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9144000" cy="6858000" type="screen4x3"/>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F8B1A6E-4C7E-4A9A-9E3B-1234567890AB}">
  <a:tblStyle styleId="{8F8B1A6E-4C7E-4A9A-9E3B-1234567890AB}" styleName="Simple Grid">
    <a:wholeTbl>
      <a:tcTxStyle>
        <a:fontRef idx="minor">
          <a:schemeClr val="tx1"/>
        </a:fontRef>
        <a:schemeClr val="tx1"/>
      </a:tcTxStyle>
      <a:tcStyle>
        <a:tcBdr>
          <a:left>
            <a:ln w="6350">
              <a:solidFill>
                <a:schemeClr val="tx1"/>
              </a:solidFill>
            </a:ln>
          </a:left>
          <a:right>
            <a:ln w="6350">
              <a:solidFill>
                <a:schemeClr val="tx1"/>
              </a:solidFill>
            </a:ln>
          </a:right>
          <a:top>
            <a:ln w="6350">
              <a:solidFill>
                <a:schemeClr val="tx1"/>
              </a:solidFill>
            </a:ln>
          </a:top>
          <a:bottom>
            <a:ln w="6350">
              <a:solidFill>
                <a:schemeClr val="tx1"/>
              </a:solidFill>
            </a:ln>
          </a:bottom>
          <a:insideH>
            <a:ln w="6350">
              <a:solidFill>
                <a:schemeClr val="tx1"/>
              </a:solidFill>
            </a:ln>
          </a:insideH>
          <a:insideV>
            <a:ln w="6350">
              <a:solidFill>
                <a:schemeClr val="tx1"/>
              </a:solidFill>
            </a:ln>
          </a:insideV>
        </a:tcBdr>
      </a:tcStyle>
    </a:wholeTbl>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Subtitle 2"/>
          <p:cNvSpPr>
            <a:spLocks noGrp="1"/>
          </p:cNvSpPr>
          <p:nvPr>
            <p:ph type="subTitle" idx="1"/>
          </p:nvPr>
        </p:nvSpPr>
        <p:spPr>
          <a:xfrm>
            <a:off x="1371600" y="3886200"/>
            <a:ext cx="6400800" cy="2435225"/>
          </a:xfrm>
        </p:spPr>
        <p:txBody>
          <a:bodyPr anchor="ctr" lIns="91440" rIns="91440" tIns="45720" bIns="45720"/>
          <a:lstStyle>
            <a:lvl1pPr marL="0" indent="0" algn="ctr">
              <a:buNone/>
              <a:defRPr sz="2000" b="0">
                <a:solidFill>
                  <a:srgbClr val="262626"/>
                </a:solidFill>
              </a:defRPr>
            </a:lvl1pPr>
            <a:lvl2pPr marL="342900" indent="0" algn="ctr">
              <a:buNone/>
              <a:defRPr sz="2000" b="0">
                <a:solidFill>
                  <a:srgbClr val="262626"/>
                </a:solidFill>
              </a:defRPr>
            </a:lvl2pPr>
            <a:lvl3pPr marL="685800" indent="0" algn="ctr">
              <a:buNone/>
              <a:defRPr sz="2000" b="0">
                <a:solidFill>
                  <a:srgbClr val="262626"/>
                </a:solidFill>
              </a:defRPr>
            </a:lvl3pPr>
            <a:lvl4pPr marL="1028700" indent="0" algn="ctr">
              <a:buNone/>
              <a:defRPr sz="2000" b="0">
                <a:solidFill>
                  <a:srgbClr val="262626"/>
                </a:solidFill>
              </a:defRPr>
            </a:lvl4pPr>
            <a:lvl5pPr marL="1371600" indent="0" algn="ctr">
              <a:buNone/>
              <a:defRPr sz="2000" b="0">
                <a:solidFill>
                  <a:srgbClr val="262626"/>
                </a:solidFill>
              </a:defRPr>
            </a:lvl5pPr>
            <a:lvl6pPr marL="1714500" indent="0" algn="ctr">
              <a:buNone/>
              <a:defRPr sz="2000" b="0">
                <a:solidFill>
                  <a:srgbClr val="262626"/>
                </a:solidFill>
              </a:defRPr>
            </a:lvl6pPr>
            <a:lvl7pPr marL="2057400" indent="0" algn="ctr">
              <a:buNone/>
              <a:defRPr sz="2000" b="0">
                <a:solidFill>
                  <a:srgbClr val="262626"/>
                </a:solidFill>
              </a:defRPr>
            </a:lvl7pPr>
            <a:lvl8pPr marL="2400300" indent="0" algn="ctr">
              <a:buNone/>
              <a:defRPr sz="2000" b="0">
                <a:solidFill>
                  <a:srgbClr val="262626"/>
                </a:solidFill>
              </a:defRPr>
            </a:lvl8pPr>
            <a:lvl9pPr marL="2743200" indent="0" algn="ctr">
              <a:buNone/>
              <a:defRPr sz="2000" b="0">
                <a:solidFill>
                  <a:srgbClr val="262626"/>
                </a:solidFill>
              </a:defRPr>
            </a:lvl9pPr>
          </a:lstStyle>
          <a:p>
            <a:r>
              <a:rPr lang="en-US"/>
              <a:t>Click to edit Master subtitle style</a:t>
            </a:r>
          </a:p>
        </p:txBody>
      </p:sp>
      <p:sp>
        <p:nvSpPr>
          <p:cNvPr id="4" name="Date Placeholder 3"/>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nchor="ctr" lIns="91440" rIns="91440" tIns="45720" bIns="45720"/>
          <a:lstStyle/>
          <a:p>
            <a:endParaRPr lang="en-US"/>
          </a:p>
        </p:txBody>
      </p:sp>
      <p:sp>
        <p:nvSpPr>
          <p:cNvPr id="6" name="Slide Number Placeholder 5"/>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Content Placeholder 2"/>
          <p:cNvSpPr>
            <a:spLocks noGrp="1"/>
          </p:cNvSpPr>
          <p:nvPr>
            <p:ph idx="1"/>
          </p:nvPr>
        </p:nvSpPr>
        <p:spPr/>
        <p:txBody>
          <a:bodyPr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nchor="ctr" lIns="91440" rIns="91440" tIns="45720" bIns="45720"/>
          <a:lstStyle/>
          <a:p>
            <a:endParaRPr lang="en-US"/>
          </a:p>
        </p:txBody>
      </p:sp>
      <p:sp>
        <p:nvSpPr>
          <p:cNvPr id="6" name="Slide Number Placeholder 5"/>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1"/>
            <a:ext cx="7772400" cy="1362075"/>
          </a:xfrm>
          <a:solidFill>
            <a:srgbClr val="ADD8E6"/>
          </a:solidFill>
        </p:spPr>
        <p:txBody>
          <a:bodyPr anchor="ctr" lIns="91440" rIns="91440" tIns="45720" bIns="45720"/>
          <a:lstStyle>
            <a:lvl1pPr algn="ctr">
              <a:defRPr sz="2800" b="0" cap="all">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Text Placeholder 2"/>
          <p:cNvSpPr>
            <a:spLocks noGrp="1"/>
          </p:cNvSpPr>
          <p:nvPr>
            <p:ph type="body" idx="1"/>
          </p:nvPr>
        </p:nvSpPr>
        <p:spPr>
          <a:xfrm>
            <a:off x="722313" y="2906713"/>
            <a:ext cx="7772400" cy="3414712"/>
          </a:xfrm>
        </p:spPr>
        <p:txBody>
          <a:bodyPr anchor="ctr" lIns="91440" rIns="91440" tIns="45720" bIns="45720"/>
          <a:lstStyle>
            <a:lvl1pPr marL="0" indent="0" algn="l">
              <a:lnSpc>
                <a:spcPct val="100000"/>
              </a:lnSpc>
              <a:spcAft>
                <a:spcPts val="400"/>
              </a:spcAft>
              <a:buNone/>
              <a:defRPr sz="1800" b="0">
                <a:solidFill>
                  <a:srgbClr val="262626"/>
                </a:solidFill>
              </a:defRPr>
            </a:lvl1pPr>
            <a:lvl2pPr marL="342900" indent="0">
              <a:lnSpc>
                <a:spcPct val="100000"/>
              </a:lnSpc>
              <a:spcAft>
                <a:spcPts val="400"/>
              </a:spcAft>
              <a:buNone/>
              <a:defRPr sz="1800" b="0">
                <a:solidFill>
                  <a:srgbClr val="262626"/>
                </a:solidFill>
              </a:defRPr>
            </a:lvl2pPr>
            <a:lvl3pPr marL="685800" indent="0">
              <a:lnSpc>
                <a:spcPct val="100000"/>
              </a:lnSpc>
              <a:spcAft>
                <a:spcPts val="400"/>
              </a:spcAft>
              <a:buNone/>
              <a:defRPr sz="1800" b="0">
                <a:solidFill>
                  <a:srgbClr val="262626"/>
                </a:solidFill>
              </a:defRPr>
            </a:lvl3pPr>
            <a:lvl4pPr marL="1028700" indent="0">
              <a:lnSpc>
                <a:spcPct val="100000"/>
              </a:lnSpc>
              <a:spcAft>
                <a:spcPts val="400"/>
              </a:spcAft>
              <a:buNone/>
              <a:defRPr sz="1800" b="0">
                <a:solidFill>
                  <a:srgbClr val="262626"/>
                </a:solidFill>
              </a:defRPr>
            </a:lvl4pPr>
            <a:lvl5pPr marL="1371600" indent="0">
              <a:lnSpc>
                <a:spcPct val="100000"/>
              </a:lnSpc>
              <a:spcAft>
                <a:spcPts val="400"/>
              </a:spcAft>
              <a:buNone/>
              <a:defRPr sz="1800" b="0">
                <a:solidFill>
                  <a:srgbClr val="262626"/>
                </a:solidFill>
              </a:defRPr>
            </a:lvl5pPr>
            <a:lvl6pPr marL="1714500" indent="0">
              <a:lnSpc>
                <a:spcPct val="100000"/>
              </a:lnSpc>
              <a:spcAft>
                <a:spcPts val="400"/>
              </a:spcAft>
              <a:buNone/>
              <a:defRPr sz="1800" b="0">
                <a:solidFill>
                  <a:srgbClr val="262626"/>
                </a:solidFill>
              </a:defRPr>
            </a:lvl6pPr>
            <a:lvl7pPr marL="2057400" indent="0">
              <a:lnSpc>
                <a:spcPct val="100000"/>
              </a:lnSpc>
              <a:spcAft>
                <a:spcPts val="400"/>
              </a:spcAft>
              <a:buNone/>
              <a:defRPr sz="1800" b="0">
                <a:solidFill>
                  <a:srgbClr val="262626"/>
                </a:solidFill>
              </a:defRPr>
            </a:lvl7pPr>
            <a:lvl8pPr marL="2400300" indent="0">
              <a:lnSpc>
                <a:spcPct val="100000"/>
              </a:lnSpc>
              <a:spcAft>
                <a:spcPts val="400"/>
              </a:spcAft>
              <a:buNone/>
              <a:defRPr sz="1800" b="0">
                <a:solidFill>
                  <a:srgbClr val="262626"/>
                </a:solidFill>
              </a:defRPr>
            </a:lvl8pPr>
            <a:lvl9pPr marL="2743200" indent="0">
              <a:lnSpc>
                <a:spcPct val="100000"/>
              </a:lnSpc>
              <a:spcAft>
                <a:spcPts val="400"/>
              </a:spcAft>
              <a:buNone/>
              <a:defRPr sz="1800" b="0">
                <a:solidFill>
                  <a:srgbClr val="262626"/>
                </a:solidFill>
              </a:defRPr>
            </a:lvl9pPr>
          </a:lstStyle>
          <a:p>
            <a:pPr lvl="0"/>
            <a:r>
              <a:rPr lang="en-US"/>
              <a:t>Click to edit Master text styles</a:t>
            </a:r>
          </a:p>
        </p:txBody>
      </p:sp>
      <p:sp>
        <p:nvSpPr>
          <p:cNvPr id="4" name="Date Placeholder 3"/>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nchor="ctr" lIns="91440" rIns="91440" tIns="45720" bIns="45720"/>
          <a:lstStyle/>
          <a:p>
            <a:endParaRPr lang="en-US"/>
          </a:p>
        </p:txBody>
      </p:sp>
      <p:sp>
        <p:nvSpPr>
          <p:cNvPr id="6" name="Slide Number Placeholder 5"/>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Content Placeholder 2"/>
          <p:cNvSpPr>
            <a:spLocks noGrp="1"/>
          </p:cNvSpPr>
          <p:nvPr>
            <p:ph sz="half" idx="1"/>
          </p:nvPr>
        </p:nvSpPr>
        <p:spPr>
          <a:xfrm>
            <a:off x="457200" y="1600201"/>
            <a:ext cx="4038600" cy="4525963"/>
          </a:xfrm>
        </p:spPr>
        <p:txBody>
          <a:bodyPr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1"/>
            <a:ext cx="4038600" cy="4525963"/>
          </a:xfrm>
        </p:spPr>
        <p:txBody>
          <a:bodyPr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nchor="ctr" lIns="91440" rIns="91440" tIns="45720" bIns="45720"/>
          <a:lstStyle/>
          <a:p>
            <a:endParaRPr lang="en-US"/>
          </a:p>
        </p:txBody>
      </p:sp>
      <p:sp>
        <p:nvSpPr>
          <p:cNvPr id="7" name="Slide Number Placeholder 6"/>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Text Placeholder 2"/>
          <p:cNvSpPr>
            <a:spLocks noGrp="1"/>
          </p:cNvSpPr>
          <p:nvPr>
            <p:ph type="body" idx="1"/>
          </p:nvPr>
        </p:nvSpPr>
        <p:spPr>
          <a:xfrm>
            <a:off x="457200" y="1535113"/>
            <a:ext cx="4040188" cy="4786312"/>
          </a:xfrm>
        </p:spPr>
        <p:txBody>
          <a:bodyPr anchor="ctr" lIns="91440" rIns="91440" tIns="45720" bIns="45720"/>
          <a:lstStyle>
            <a:lvl1pPr marL="0" indent="0" algn="l">
              <a:lnSpc>
                <a:spcPct val="100000"/>
              </a:lnSpc>
              <a:spcAft>
                <a:spcPts val="400"/>
              </a:spcAft>
              <a:buNone/>
              <a:defRPr sz="1800" b="0">
                <a:solidFill>
                  <a:srgbClr val="262626"/>
                </a:solidFill>
              </a:defRPr>
            </a:lvl1pPr>
            <a:lvl2pPr marL="342900" indent="0">
              <a:lnSpc>
                <a:spcPct val="100000"/>
              </a:lnSpc>
              <a:spcAft>
                <a:spcPts val="400"/>
              </a:spcAft>
              <a:buNone/>
              <a:defRPr sz="1800" b="0">
                <a:solidFill>
                  <a:srgbClr val="262626"/>
                </a:solidFill>
              </a:defRPr>
            </a:lvl2pPr>
            <a:lvl3pPr marL="685800" indent="0">
              <a:lnSpc>
                <a:spcPct val="100000"/>
              </a:lnSpc>
              <a:spcAft>
                <a:spcPts val="400"/>
              </a:spcAft>
              <a:buNone/>
              <a:defRPr sz="1800" b="0">
                <a:solidFill>
                  <a:srgbClr val="262626"/>
                </a:solidFill>
              </a:defRPr>
            </a:lvl3pPr>
            <a:lvl4pPr marL="1028700" indent="0">
              <a:lnSpc>
                <a:spcPct val="100000"/>
              </a:lnSpc>
              <a:spcAft>
                <a:spcPts val="400"/>
              </a:spcAft>
              <a:buNone/>
              <a:defRPr sz="1800" b="0">
                <a:solidFill>
                  <a:srgbClr val="262626"/>
                </a:solidFill>
              </a:defRPr>
            </a:lvl4pPr>
            <a:lvl5pPr marL="1371600" indent="0">
              <a:lnSpc>
                <a:spcPct val="100000"/>
              </a:lnSpc>
              <a:spcAft>
                <a:spcPts val="400"/>
              </a:spcAft>
              <a:buNone/>
              <a:defRPr sz="1800" b="0">
                <a:solidFill>
                  <a:srgbClr val="262626"/>
                </a:solidFill>
              </a:defRPr>
            </a:lvl5pPr>
            <a:lvl6pPr marL="1714500" indent="0">
              <a:lnSpc>
                <a:spcPct val="100000"/>
              </a:lnSpc>
              <a:spcAft>
                <a:spcPts val="400"/>
              </a:spcAft>
              <a:buNone/>
              <a:defRPr sz="1800" b="0">
                <a:solidFill>
                  <a:srgbClr val="262626"/>
                </a:solidFill>
              </a:defRPr>
            </a:lvl6pPr>
            <a:lvl7pPr marL="2057400" indent="0">
              <a:lnSpc>
                <a:spcPct val="100000"/>
              </a:lnSpc>
              <a:spcAft>
                <a:spcPts val="400"/>
              </a:spcAft>
              <a:buNone/>
              <a:defRPr sz="1800" b="0">
                <a:solidFill>
                  <a:srgbClr val="262626"/>
                </a:solidFill>
              </a:defRPr>
            </a:lvl7pPr>
            <a:lvl8pPr marL="2400300" indent="0">
              <a:lnSpc>
                <a:spcPct val="100000"/>
              </a:lnSpc>
              <a:spcAft>
                <a:spcPts val="400"/>
              </a:spcAft>
              <a:buNone/>
              <a:defRPr sz="1800" b="0">
                <a:solidFill>
                  <a:srgbClr val="262626"/>
                </a:solidFill>
              </a:defRPr>
            </a:lvl8pPr>
            <a:lvl9pPr marL="2743200" indent="0">
              <a:lnSpc>
                <a:spcPct val="100000"/>
              </a:lnSpc>
              <a:spcAft>
                <a:spcPts val="400"/>
              </a:spcAft>
              <a:buNone/>
              <a:defRPr sz="1800" b="0">
                <a:solidFill>
                  <a:srgbClr val="262626"/>
                </a:solidFill>
              </a:defRPr>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535113"/>
            <a:ext cx="4041775" cy="4786312"/>
          </a:xfrm>
        </p:spPr>
        <p:txBody>
          <a:bodyPr anchor="ctr" lIns="91440" rIns="91440" tIns="45720" bIns="45720"/>
          <a:lstStyle>
            <a:lvl1pPr marL="0" indent="0" algn="l">
              <a:lnSpc>
                <a:spcPct val="100000"/>
              </a:lnSpc>
              <a:spcAft>
                <a:spcPts val="400"/>
              </a:spcAft>
              <a:buNone/>
              <a:defRPr sz="1800" b="0">
                <a:solidFill>
                  <a:srgbClr val="262626"/>
                </a:solidFill>
              </a:defRPr>
            </a:lvl1pPr>
            <a:lvl2pPr marL="342900" indent="0">
              <a:lnSpc>
                <a:spcPct val="100000"/>
              </a:lnSpc>
              <a:spcAft>
                <a:spcPts val="400"/>
              </a:spcAft>
              <a:buNone/>
              <a:defRPr sz="1800" b="0">
                <a:solidFill>
                  <a:srgbClr val="262626"/>
                </a:solidFill>
              </a:defRPr>
            </a:lvl2pPr>
            <a:lvl3pPr marL="685800" indent="0">
              <a:lnSpc>
                <a:spcPct val="100000"/>
              </a:lnSpc>
              <a:spcAft>
                <a:spcPts val="400"/>
              </a:spcAft>
              <a:buNone/>
              <a:defRPr sz="1800" b="0">
                <a:solidFill>
                  <a:srgbClr val="262626"/>
                </a:solidFill>
              </a:defRPr>
            </a:lvl3pPr>
            <a:lvl4pPr marL="1028700" indent="0">
              <a:lnSpc>
                <a:spcPct val="100000"/>
              </a:lnSpc>
              <a:spcAft>
                <a:spcPts val="400"/>
              </a:spcAft>
              <a:buNone/>
              <a:defRPr sz="1800" b="0">
                <a:solidFill>
                  <a:srgbClr val="262626"/>
                </a:solidFill>
              </a:defRPr>
            </a:lvl4pPr>
            <a:lvl5pPr marL="1371600" indent="0">
              <a:lnSpc>
                <a:spcPct val="100000"/>
              </a:lnSpc>
              <a:spcAft>
                <a:spcPts val="400"/>
              </a:spcAft>
              <a:buNone/>
              <a:defRPr sz="1800" b="0">
                <a:solidFill>
                  <a:srgbClr val="262626"/>
                </a:solidFill>
              </a:defRPr>
            </a:lvl5pPr>
            <a:lvl6pPr marL="1714500" indent="0">
              <a:lnSpc>
                <a:spcPct val="100000"/>
              </a:lnSpc>
              <a:spcAft>
                <a:spcPts val="400"/>
              </a:spcAft>
              <a:buNone/>
              <a:defRPr sz="1800" b="0">
                <a:solidFill>
                  <a:srgbClr val="262626"/>
                </a:solidFill>
              </a:defRPr>
            </a:lvl6pPr>
            <a:lvl7pPr marL="2057400" indent="0">
              <a:lnSpc>
                <a:spcPct val="100000"/>
              </a:lnSpc>
              <a:spcAft>
                <a:spcPts val="400"/>
              </a:spcAft>
              <a:buNone/>
              <a:defRPr sz="1800" b="0">
                <a:solidFill>
                  <a:srgbClr val="262626"/>
                </a:solidFill>
              </a:defRPr>
            </a:lvl7pPr>
            <a:lvl8pPr marL="2400300" indent="0">
              <a:lnSpc>
                <a:spcPct val="100000"/>
              </a:lnSpc>
              <a:spcAft>
                <a:spcPts val="400"/>
              </a:spcAft>
              <a:buNone/>
              <a:defRPr sz="1800" b="0">
                <a:solidFill>
                  <a:srgbClr val="262626"/>
                </a:solidFill>
              </a:defRPr>
            </a:lvl8pPr>
            <a:lvl9pPr marL="2743200" indent="0">
              <a:lnSpc>
                <a:spcPct val="100000"/>
              </a:lnSpc>
              <a:spcAft>
                <a:spcPts val="400"/>
              </a:spcAft>
              <a:buNone/>
              <a:defRPr sz="1800" b="0">
                <a:solidFill>
                  <a:srgbClr val="262626"/>
                </a:solidFill>
              </a:defRPr>
            </a:lvl9pPr>
          </a:lstStyle>
          <a:p>
            <a:pPr lvl="0"/>
            <a:r>
              <a:rPr lang="en-US"/>
              <a:t>Click to edit Master text styles</a:t>
            </a:r>
          </a:p>
        </p:txBody>
      </p:sp>
      <p:sp>
        <p:nvSpPr>
          <p:cNvPr id="6" name="Content Placeholder 5"/>
          <p:cNvSpPr>
            <a:spLocks noGrp="1"/>
          </p:cNvSpPr>
          <p:nvPr>
            <p:ph sz="quarter" idx="4"/>
          </p:nvPr>
        </p:nvSpPr>
        <p:spPr>
          <a:xfrm>
            <a:off x="4645026" y="2174875"/>
            <a:ext cx="4041775" cy="3951288"/>
          </a:xfrm>
        </p:spPr>
        <p:txBody>
          <a:bodyPr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nchor="ctr" lIns="91440" rIns="91440" tIns="45720" bIns="45720"/>
          <a:lstStyle/>
          <a:p>
            <a:endParaRPr lang="en-US"/>
          </a:p>
        </p:txBody>
      </p:sp>
      <p:sp>
        <p:nvSpPr>
          <p:cNvPr id="9" name="Slide Number Placeholder 8"/>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Date Placeholder 2"/>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nchor="ctr" lIns="91440" rIns="91440" tIns="45720" bIns="45720"/>
          <a:lstStyle/>
          <a:p>
            <a:endParaRPr lang="en-US"/>
          </a:p>
        </p:txBody>
      </p:sp>
      <p:sp>
        <p:nvSpPr>
          <p:cNvPr id="5" name="Slide Number Placeholder 4"/>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nchor="ctr" lIns="91440" rIns="91440" tIns="45720" bIns="45720"/>
          <a:lstStyle/>
          <a:p>
            <a:endParaRPr lang="en-US"/>
          </a:p>
        </p:txBody>
      </p:sp>
      <p:sp>
        <p:nvSpPr>
          <p:cNvPr id="4" name="Slide Number Placeholder 3"/>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9"/>
            <a:ext cx="8229600" cy="1143000"/>
          </a:xfrm>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Content Placeholder 2"/>
          <p:cNvSpPr>
            <a:spLocks noGrp="1"/>
          </p:cNvSpPr>
          <p:nvPr>
            <p:ph idx="1"/>
          </p:nvPr>
        </p:nvSpPr>
        <p:spPr>
          <a:xfrm>
            <a:off x="457200" y="2990723"/>
            <a:ext cx="8229600" cy="3330702"/>
          </a:xfrm>
        </p:spPr>
        <p:txBody>
          <a:bodyPr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600201"/>
            <a:ext cx="8229600" cy="1321942"/>
          </a:xfrm>
        </p:spPr>
        <p:txBody>
          <a:bodyPr anchor="ctr" lIns="91440" rIns="91440" tIns="45720" bIns="45720"/>
          <a:lstStyle>
            <a:lvl1pPr marL="0" indent="0" algn="l">
              <a:lnSpc>
                <a:spcPct val="100000"/>
              </a:lnSpc>
              <a:spcAft>
                <a:spcPts val="400"/>
              </a:spcAft>
              <a:buNone/>
              <a:defRPr sz="1800" b="0">
                <a:solidFill>
                  <a:srgbClr val="262626"/>
                </a:solidFill>
              </a:defRPr>
            </a:lvl1pPr>
            <a:lvl2pPr marL="342900" indent="0">
              <a:lnSpc>
                <a:spcPct val="100000"/>
              </a:lnSpc>
              <a:spcAft>
                <a:spcPts val="400"/>
              </a:spcAft>
              <a:buNone/>
              <a:defRPr sz="1800" b="0">
                <a:solidFill>
                  <a:srgbClr val="262626"/>
                </a:solidFill>
              </a:defRPr>
            </a:lvl2pPr>
            <a:lvl3pPr marL="685800" indent="0">
              <a:lnSpc>
                <a:spcPct val="100000"/>
              </a:lnSpc>
              <a:spcAft>
                <a:spcPts val="400"/>
              </a:spcAft>
              <a:buNone/>
              <a:defRPr sz="1800" b="0">
                <a:solidFill>
                  <a:srgbClr val="262626"/>
                </a:solidFill>
              </a:defRPr>
            </a:lvl3pPr>
            <a:lvl4pPr marL="1028700" indent="0">
              <a:lnSpc>
                <a:spcPct val="100000"/>
              </a:lnSpc>
              <a:spcAft>
                <a:spcPts val="400"/>
              </a:spcAft>
              <a:buNone/>
              <a:defRPr sz="1800" b="0">
                <a:solidFill>
                  <a:srgbClr val="262626"/>
                </a:solidFill>
              </a:defRPr>
            </a:lvl4pPr>
            <a:lvl5pPr marL="1371600" indent="0">
              <a:lnSpc>
                <a:spcPct val="100000"/>
              </a:lnSpc>
              <a:spcAft>
                <a:spcPts val="400"/>
              </a:spcAft>
              <a:buNone/>
              <a:defRPr sz="1800" b="0">
                <a:solidFill>
                  <a:srgbClr val="262626"/>
                </a:solidFill>
              </a:defRPr>
            </a:lvl5pPr>
            <a:lvl6pPr marL="1714500" indent="0">
              <a:lnSpc>
                <a:spcPct val="100000"/>
              </a:lnSpc>
              <a:spcAft>
                <a:spcPts val="400"/>
              </a:spcAft>
              <a:buNone/>
              <a:defRPr sz="1800" b="0">
                <a:solidFill>
                  <a:srgbClr val="262626"/>
                </a:solidFill>
              </a:defRPr>
            </a:lvl6pPr>
            <a:lvl7pPr marL="2057400" indent="0">
              <a:lnSpc>
                <a:spcPct val="100000"/>
              </a:lnSpc>
              <a:spcAft>
                <a:spcPts val="400"/>
              </a:spcAft>
              <a:buNone/>
              <a:defRPr sz="1800" b="0">
                <a:solidFill>
                  <a:srgbClr val="262626"/>
                </a:solidFill>
              </a:defRPr>
            </a:lvl7pPr>
            <a:lvl8pPr marL="2400300" indent="0">
              <a:lnSpc>
                <a:spcPct val="100000"/>
              </a:lnSpc>
              <a:spcAft>
                <a:spcPts val="400"/>
              </a:spcAft>
              <a:buNone/>
              <a:defRPr sz="1800" b="0">
                <a:solidFill>
                  <a:srgbClr val="262626"/>
                </a:solidFill>
              </a:defRPr>
            </a:lvl8pPr>
            <a:lvl9pPr marL="2743200" indent="0">
              <a:lnSpc>
                <a:spcPct val="100000"/>
              </a:lnSpc>
              <a:spcAft>
                <a:spcPts val="400"/>
              </a:spcAft>
              <a:buNone/>
              <a:defRPr sz="1800" b="0">
                <a:solidFill>
                  <a:srgbClr val="262626"/>
                </a:solidFill>
              </a:defRPr>
            </a:lvl9pPr>
          </a:lstStyle>
          <a:p>
            <a:pPr lvl="0"/>
            <a:r>
              <a:rPr lang="en-US"/>
              <a:t>Click to edit Master text styles</a:t>
            </a:r>
          </a:p>
        </p:txBody>
      </p:sp>
      <p:sp>
        <p:nvSpPr>
          <p:cNvPr id="5" name="Date Placeholder 4"/>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nchor="ctr" lIns="91440" rIns="91440" tIns="45720" bIns="45720"/>
          <a:lstStyle/>
          <a:p>
            <a:endParaRPr lang="en-US"/>
          </a:p>
        </p:txBody>
      </p:sp>
      <p:sp>
        <p:nvSpPr>
          <p:cNvPr id="7" name="Slide Number Placeholder 6"/>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9"/>
          </a:xfrm>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nchor="ctr" lIns="91440" rIns="91440" tIns="45720" bIns="45720"/>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5367337"/>
            <a:ext cx="5486400" cy="954088"/>
          </a:xfrm>
        </p:spPr>
        <p:txBody>
          <a:bodyPr anchor="ctr" lIns="91440" rIns="91440" tIns="45720" bIns="45720"/>
          <a:lstStyle>
            <a:lvl1pPr marL="0" indent="0" algn="l">
              <a:lnSpc>
                <a:spcPct val="100000"/>
              </a:lnSpc>
              <a:spcAft>
                <a:spcPts val="400"/>
              </a:spcAft>
              <a:buNone/>
              <a:defRPr sz="1800" b="0">
                <a:solidFill>
                  <a:srgbClr val="262626"/>
                </a:solidFill>
              </a:defRPr>
            </a:lvl1pPr>
            <a:lvl2pPr marL="342900" indent="0">
              <a:lnSpc>
                <a:spcPct val="100000"/>
              </a:lnSpc>
              <a:spcAft>
                <a:spcPts val="400"/>
              </a:spcAft>
              <a:buNone/>
              <a:defRPr sz="1800" b="0">
                <a:solidFill>
                  <a:srgbClr val="262626"/>
                </a:solidFill>
              </a:defRPr>
            </a:lvl2pPr>
            <a:lvl3pPr marL="685800" indent="0">
              <a:lnSpc>
                <a:spcPct val="100000"/>
              </a:lnSpc>
              <a:spcAft>
                <a:spcPts val="400"/>
              </a:spcAft>
              <a:buNone/>
              <a:defRPr sz="1800" b="0">
                <a:solidFill>
                  <a:srgbClr val="262626"/>
                </a:solidFill>
              </a:defRPr>
            </a:lvl3pPr>
            <a:lvl4pPr marL="1028700" indent="0">
              <a:lnSpc>
                <a:spcPct val="100000"/>
              </a:lnSpc>
              <a:spcAft>
                <a:spcPts val="400"/>
              </a:spcAft>
              <a:buNone/>
              <a:defRPr sz="1800" b="0">
                <a:solidFill>
                  <a:srgbClr val="262626"/>
                </a:solidFill>
              </a:defRPr>
            </a:lvl4pPr>
            <a:lvl5pPr marL="1371600" indent="0">
              <a:lnSpc>
                <a:spcPct val="100000"/>
              </a:lnSpc>
              <a:spcAft>
                <a:spcPts val="400"/>
              </a:spcAft>
              <a:buNone/>
              <a:defRPr sz="1800" b="0">
                <a:solidFill>
                  <a:srgbClr val="262626"/>
                </a:solidFill>
              </a:defRPr>
            </a:lvl5pPr>
            <a:lvl6pPr marL="1714500" indent="0">
              <a:lnSpc>
                <a:spcPct val="100000"/>
              </a:lnSpc>
              <a:spcAft>
                <a:spcPts val="400"/>
              </a:spcAft>
              <a:buNone/>
              <a:defRPr sz="1800" b="0">
                <a:solidFill>
                  <a:srgbClr val="262626"/>
                </a:solidFill>
              </a:defRPr>
            </a:lvl6pPr>
            <a:lvl7pPr marL="2057400" indent="0">
              <a:lnSpc>
                <a:spcPct val="100000"/>
              </a:lnSpc>
              <a:spcAft>
                <a:spcPts val="400"/>
              </a:spcAft>
              <a:buNone/>
              <a:defRPr sz="1800" b="0">
                <a:solidFill>
                  <a:srgbClr val="262626"/>
                </a:solidFill>
              </a:defRPr>
            </a:lvl7pPr>
            <a:lvl8pPr marL="2400300" indent="0">
              <a:lnSpc>
                <a:spcPct val="100000"/>
              </a:lnSpc>
              <a:spcAft>
                <a:spcPts val="400"/>
              </a:spcAft>
              <a:buNone/>
              <a:defRPr sz="1800" b="0">
                <a:solidFill>
                  <a:srgbClr val="262626"/>
                </a:solidFill>
              </a:defRPr>
            </a:lvl8pPr>
            <a:lvl9pPr marL="2743200" indent="0">
              <a:lnSpc>
                <a:spcPct val="100000"/>
              </a:lnSpc>
              <a:spcAft>
                <a:spcPts val="400"/>
              </a:spcAft>
              <a:buNone/>
              <a:defRPr sz="1800" b="0">
                <a:solidFill>
                  <a:srgbClr val="262626"/>
                </a:solidFill>
              </a:defRPr>
            </a:lvl9pPr>
          </a:lstStyle>
          <a:p>
            <a:pPr lvl="0"/>
            <a:r>
              <a:rPr lang="en-US"/>
              <a:t>Click to edit Master text styles</a:t>
            </a:r>
          </a:p>
        </p:txBody>
      </p:sp>
      <p:sp>
        <p:nvSpPr>
          <p:cNvPr id="5" name="Date Placeholder 4"/>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nchor="ctr" lIns="91440" rIns="91440" tIns="45720" bIns="45720"/>
          <a:lstStyle/>
          <a:p>
            <a:endParaRPr lang="en-US"/>
          </a:p>
        </p:txBody>
      </p:sp>
      <p:sp>
        <p:nvSpPr>
          <p:cNvPr id="7" name="Slide Number Placeholder 6"/>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Vertical Text Placeholder 2"/>
          <p:cNvSpPr>
            <a:spLocks noGrp="1"/>
          </p:cNvSpPr>
          <p:nvPr>
            <p:ph type="body" orient="vert" idx="1"/>
          </p:nvPr>
        </p:nvSpPr>
        <p:spPr/>
        <p:txBody>
          <a:bodyPr vert="eaVert"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nchor="ctr" lIns="91440" rIns="91440" tIns="45720" bIns="45720"/>
          <a:lstStyle/>
          <a:p>
            <a:endParaRPr lang="en-US"/>
          </a:p>
        </p:txBody>
      </p:sp>
      <p:sp>
        <p:nvSpPr>
          <p:cNvPr id="6" name="Slide Number Placeholder 5"/>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9"/>
            <a:ext cx="2057400" cy="5851525"/>
          </a:xfrm>
          <a:solidFill>
            <a:srgbClr val="ADD8E6"/>
          </a:solidFill>
        </p:spPr>
        <p:txBody>
          <a:bodyPr vert="eaVert"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Vertical Text Placeholder 2"/>
          <p:cNvSpPr>
            <a:spLocks noGrp="1"/>
          </p:cNvSpPr>
          <p:nvPr>
            <p:ph type="body" orient="vert" idx="1"/>
          </p:nvPr>
        </p:nvSpPr>
        <p:spPr>
          <a:xfrm>
            <a:off x="457200" y="274639"/>
            <a:ext cx="6019800" cy="6046786"/>
          </a:xfrm>
        </p:spPr>
        <p:txBody>
          <a:bodyPr vert="eaVert"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nchor="ctr" lIns="91440" rIns="91440" tIns="45720" bIns="45720"/>
          <a:lstStyle/>
          <a:p>
            <a:endParaRPr lang="en-US"/>
          </a:p>
        </p:txBody>
      </p:sp>
      <p:sp>
        <p:nvSpPr>
          <p:cNvPr id="6" name="Slide Number Placeholder 5"/>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9"/>
            <a:ext cx="8229600" cy="1143000"/>
          </a:xfrm>
          <a:prstGeom prst="rect">
            <a:avLst/>
          </a:prstGeom>
          <a:solidFill>
            <a:srgbClr val="ADD8E6"/>
          </a:solidFill>
        </p:spPr>
        <p:txBody>
          <a:bodyPr anchor="ctr" bIns="45720" lIns="91440" rIns="91440" rtlCol="0" tIns="45720" vert="horz">
            <a:normAutofit/>
          </a:bodyPr>
          <a:lstStyle>
            <a:lvl1pPr algn="ctr">
              <a:defRPr b="0" sz="2800">
                <a:solidFill>
                  <a:srgbClr val="1F3864"/>
                </a:solidFill>
              </a:defRPr>
            </a:lvl1pPr>
            <a:lvl2pPr>
              <a:defRPr b="0" sz="2800">
                <a:solidFill>
                  <a:srgbClr val="1F3864"/>
                </a:solidFill>
              </a:defRPr>
            </a:lvl2pPr>
            <a:lvl3pPr>
              <a:defRPr b="0" sz="2800">
                <a:solidFill>
                  <a:srgbClr val="1F3864"/>
                </a:solidFill>
              </a:defRPr>
            </a:lvl3pPr>
            <a:lvl4pPr>
              <a:defRPr b="0" sz="2800">
                <a:solidFill>
                  <a:srgbClr val="1F3864"/>
                </a:solidFill>
              </a:defRPr>
            </a:lvl4pPr>
            <a:lvl5pPr>
              <a:defRPr b="0" sz="2800">
                <a:solidFill>
                  <a:srgbClr val="1F3864"/>
                </a:solidFill>
              </a:defRPr>
            </a:lvl5pPr>
            <a:lvl6pPr>
              <a:defRPr b="0" sz="2800">
                <a:solidFill>
                  <a:srgbClr val="1F3864"/>
                </a:solidFill>
              </a:defRPr>
            </a:lvl6pPr>
            <a:lvl7pPr>
              <a:defRPr b="0" sz="2800">
                <a:solidFill>
                  <a:srgbClr val="1F3864"/>
                </a:solidFill>
              </a:defRPr>
            </a:lvl7pPr>
            <a:lvl8pPr>
              <a:defRPr b="0" sz="2800">
                <a:solidFill>
                  <a:srgbClr val="1F3864"/>
                </a:solidFill>
              </a:defRPr>
            </a:lvl8pPr>
            <a:lvl9pPr>
              <a:defRPr b="0" sz="2800">
                <a:solidFill>
                  <a:srgbClr val="1F3864"/>
                </a:solidFill>
              </a:defRPr>
            </a:lvl9pPr>
          </a:lstStyle>
          <a:p>
            <a:r>
              <a:rPr lang="en-US"/>
              <a:t>Click to edit Master title style</a:t>
            </a:r>
          </a:p>
        </p:txBody>
      </p:sp>
      <p:sp>
        <p:nvSpPr>
          <p:cNvPr id="3" name="Text Placeholder 2"/>
          <p:cNvSpPr>
            <a:spLocks noGrp="1"/>
          </p:cNvSpPr>
          <p:nvPr>
            <p:ph idx="1" type="body"/>
          </p:nvPr>
        </p:nvSpPr>
        <p:spPr>
          <a:xfrm>
            <a:off x="457200" y="1600201"/>
            <a:ext cx="8229600" cy="4721224"/>
          </a:xfrm>
          <a:prstGeom prst="rect">
            <a:avLst/>
          </a:prstGeom>
        </p:spPr>
        <p:txBody>
          <a:bodyPr anchor="ctr" bIns="45720" lIns="91440" rIns="91440" rtlCol="0" tIns="45720" vert="horz">
            <a:normAutofit/>
          </a:bodyPr>
          <a:lstStyle>
            <a:lvl1pPr algn="l">
              <a:lnSpc>
                <a:spcPct val="100000"/>
              </a:lnSpc>
              <a:spcAft>
                <a:spcPts val="400"/>
              </a:spcAft>
              <a:defRPr b="0" sz="1800">
                <a:solidFill>
                  <a:srgbClr val="262626"/>
                </a:solidFill>
              </a:defRPr>
            </a:lvl1pPr>
            <a:lvl2pPr>
              <a:lnSpc>
                <a:spcPct val="100000"/>
              </a:lnSpc>
              <a:spcAft>
                <a:spcPts val="400"/>
              </a:spcAft>
              <a:defRPr b="0" sz="1800">
                <a:solidFill>
                  <a:srgbClr val="262626"/>
                </a:solidFill>
              </a:defRPr>
            </a:lvl2pPr>
            <a:lvl3pPr>
              <a:lnSpc>
                <a:spcPct val="100000"/>
              </a:lnSpc>
              <a:spcAft>
                <a:spcPts val="400"/>
              </a:spcAft>
              <a:defRPr b="0" sz="1800">
                <a:solidFill>
                  <a:srgbClr val="262626"/>
                </a:solidFill>
              </a:defRPr>
            </a:lvl3pPr>
            <a:lvl4pPr>
              <a:lnSpc>
                <a:spcPct val="100000"/>
              </a:lnSpc>
              <a:spcAft>
                <a:spcPts val="400"/>
              </a:spcAft>
              <a:defRPr b="0" sz="1800">
                <a:solidFill>
                  <a:srgbClr val="262626"/>
                </a:solidFill>
              </a:defRPr>
            </a:lvl4pPr>
            <a:lvl5pPr>
              <a:lnSpc>
                <a:spcPct val="100000"/>
              </a:lnSpc>
              <a:spcAft>
                <a:spcPts val="400"/>
              </a:spcAft>
              <a:defRPr b="0" sz="1800">
                <a:solidFill>
                  <a:srgbClr val="262626"/>
                </a:solidFill>
              </a:defRPr>
            </a:lvl5pPr>
            <a:lvl6pPr>
              <a:lnSpc>
                <a:spcPct val="100000"/>
              </a:lnSpc>
              <a:spcAft>
                <a:spcPts val="400"/>
              </a:spcAft>
              <a:defRPr b="0" sz="1800">
                <a:solidFill>
                  <a:srgbClr val="262626"/>
                </a:solidFill>
              </a:defRPr>
            </a:lvl6pPr>
            <a:lvl7pPr>
              <a:lnSpc>
                <a:spcPct val="100000"/>
              </a:lnSpc>
              <a:spcAft>
                <a:spcPts val="400"/>
              </a:spcAft>
              <a:defRPr b="0" sz="1800">
                <a:solidFill>
                  <a:srgbClr val="262626"/>
                </a:solidFill>
              </a:defRPr>
            </a:lvl7pPr>
            <a:lvl8pPr>
              <a:lnSpc>
                <a:spcPct val="100000"/>
              </a:lnSpc>
              <a:spcAft>
                <a:spcPts val="400"/>
              </a:spcAft>
              <a:defRPr b="0" sz="1800">
                <a:solidFill>
                  <a:srgbClr val="262626"/>
                </a:solidFill>
              </a:defRPr>
            </a:lvl8pPr>
            <a:lvl9pPr>
              <a:lnSpc>
                <a:spcPct val="100000"/>
              </a:lnSpc>
              <a:spcAft>
                <a:spcPts val="400"/>
              </a:spcAft>
              <a:defRPr b="0" sz="180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6390005"/>
            <a:ext cx="2133600" cy="365125"/>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6390005"/>
            <a:ext cx="2895600" cy="365125"/>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6390005"/>
            <a:ext cx="2133600" cy="365125"/>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a:solidFill>
            <a:srgbClr val="ADD8E6"/>
          </a:solidFill>
        </p:spPr>
        <p:txBody>
          <a:bodyPr wrap="square" lIns="91440" rIns="91440" tIns="45720" bIns="45720">
            <a:normAutofit/>
          </a:bodyPr>
          <a:lstStyle/>
          <a:p>
            <a:pPr lvl="0" indent="0" marL="0">
              <a:buNone/>
            </a:pPr>
            <a:r>
              <a:rPr/>
              <a:t>Weekly Report</a:t>
            </a:r>
          </a:p>
        </p:txBody>
      </p:sp>
      <p:sp>
        <p:nvSpPr>
          <p:cNvPr id="3" name="Subtitle 2"/>
          <p:cNvSpPr>
            <a:spLocks noGrp="1"/>
          </p:cNvSpPr>
          <p:nvPr>
            <p:ph idx="1" type="subTitle"/>
          </p:nvPr>
        </p:nvSpPr>
        <p:spPr>
          <a:xfrm>
            <a:off x="1371600" y="3886200"/>
            <a:ext cx="6400800" cy="2435225"/>
          </a:xfrm>
        </p:spPr>
        <p:txBody>
          <a:bodyPr wrap="square" lIns="91440" rIns="91440" tIns="45720" bIns="45720">
            <a:normAutofit/>
          </a:bodyPr>
          <a:lstStyle/>
          <a:p>
            <a:pPr lvl="0" indent="0" marL="0">
              <a:buNone/>
            </a:pPr>
            <a:r>
              <a:rPr/>
              <a:t>2026/08/31</a:t>
            </a:r>
            <a:br/>
            <a:br/>
            <a:r>
              <a:rPr/>
              <a:t>Amir Fathi</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wrap="square" lIns="91440" rIns="91440" tIns="45720" bIns="45720">
            <a:normAutofit/>
          </a:bodyPr>
          <a:lstStyle/>
          <a:p>
            <a:pPr lvl="0" indent="0" marL="0">
              <a:buNone/>
            </a:pPr>
            <a:r>
              <a:rPr/>
              <a:t>Highlights</a:t>
            </a:r>
          </a:p>
        </p:txBody>
      </p:sp>
      <p:sp>
        <p:nvSpPr>
          <p:cNvPr id="3" name="Content Placeholder 2"/>
          <p:cNvSpPr>
            <a:spLocks noGrp="1"/>
          </p:cNvSpPr>
          <p:nvPr>
            <p:ph idx="1"/>
          </p:nvPr>
        </p:nvSpPr>
        <p:spPr/>
        <p:txBody>
          <a:bodyPr wrap="square" lIns="91440" rIns="91440" tIns="45720" bIns="45720">
            <a:normAutofit/>
          </a:bodyPr>
          <a:lstStyle/>
          <a:p>
            <a:pPr lvl="0"/>
            <a:r>
              <a:rPr/>
              <a:t>Highlights of this week:</a:t>
            </a:r>
          </a:p>
          <a:p>
            <a:pPr lvl="1" marL="676656" indent="-338328"/>
            <a:r>
              <a:rPr/>
              <a:t>Fix the hot-spot issue in the confocal system for 640 nm excitation.</a:t>
            </a:r>
          </a:p>
          <a:p>
            <a:pPr lvl="1" marL="676656" indent="-338328"/>
            <a:r>
              <a:rPr/>
              <a:t>New method to suppress interference fringes by Z Stacking</a:t>
            </a:r>
          </a:p>
          <a:p>
            <a:pPr lvl="1" marL="676656" indent="-338328"/>
            <a:r>
              <a:rPr/>
              <a:t>Background correction for SLB</a:t>
            </a:r>
          </a:p>
          <a:p>
            <a:pPr lvl="1" marL="676656" indent="-338328"/>
            <a:r>
              <a:rPr/>
              <a:t>Further investigating the source of vibration in the iSCAT system</a:t>
            </a:r>
          </a:p>
          <a:p>
            <a:pPr lvl="0"/>
            <a:r>
              <a:rPr/>
              <a:t>Next:</a:t>
            </a:r>
          </a:p>
          <a:p>
            <a:pPr lvl="1" marL="676656" indent="-338328"/>
            <a:r>
              <a:rPr/>
              <a:t>Do SPT with iSCAT for BMP 50% + TAT with higher concentration</a:t>
            </a:r>
          </a:p>
          <a:p>
            <a:pPr lvl="1" marL="676656" indent="-338328"/>
            <a:r>
              <a:rPr/>
              <a:t>Experiment with the idea of fringe suppression with z Stacking</a:t>
            </a:r>
          </a:p>
          <a:p>
            <a:pPr lvl="1" marL="676656" indent="-338328"/>
            <a:r>
              <a:rPr/>
              <a:t>As </a:t>
            </a:r>
            <a:r>
              <a:rPr i="1"/>
              <a:t>in</a:t>
            </a:r>
            <a:r>
              <a:rPr/>
              <a:t> domains show more confinement, find a way to quantify the confinement using gyration tensor, ergodicity analysis, transient confinement analysis, and other metrics</a:t>
            </a:r>
          </a:p>
          <a:p>
            <a:pPr lvl="1" marL="676656" indent="-338328"/>
            <a:r>
              <a:rPr/>
              <a:t>Do more experiments for phase separation</a:t>
            </a:r>
          </a:p>
          <a:p>
            <a:pPr lvl="1" marL="676656" indent="-338328"/>
            <a:r>
              <a:rPr/>
              <a:t>Find a way to calibrate confocal image with the iSCAT image</a:t>
            </a:r>
          </a:p>
          <a:p>
            <a:pPr lvl="1" marL="676656" indent="-338328"/>
            <a:r>
              <a:rPr/>
              <a:t>More simulation for the random phase mask to find the optimal parameters for the diffuser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9"/>
            <a:ext cx="8229600" cy="1143000"/>
          </a:xfrm>
          <a:solidFill>
            <a:srgbClr val="ADD8E6"/>
          </a:solidFill>
        </p:spPr>
        <p:txBody>
          <a:bodyPr wrap="square" lIns="91440" rIns="91440" tIns="45720" bIns="45720">
            <a:normAutofit/>
          </a:bodyPr>
          <a:lstStyle/>
          <a:p>
            <a:pPr lvl="0" indent="0" marL="0">
              <a:buNone/>
            </a:pPr>
            <a:r>
              <a:rPr/>
              <a:t>Hot Spot Isue in the Confocal System</a:t>
            </a:r>
          </a:p>
        </p:txBody>
      </p:sp>
      <p:sp>
        <p:nvSpPr>
          <p:cNvPr id="4" name="Text Placeholder 3"/>
          <p:cNvSpPr>
            <a:spLocks noGrp="1"/>
          </p:cNvSpPr>
          <p:nvPr>
            <p:ph idx="2" sz="half" type="body"/>
          </p:nvPr>
        </p:nvSpPr>
        <p:spPr/>
        <p:txBody>
          <a:bodyPr wrap="square" lIns="91440" rIns="91440" tIns="45720" bIns="45720">
            <a:normAutofit/>
          </a:bodyPr>
          <a:lstStyle/>
          <a:p>
            <a:pPr lvl="0" indent="0" marL="0">
              <a:buNone/>
            </a:pPr>
            <a:r>
              <a:rPr/>
              <a:t>The was problem when trying to image the sample with the 640 nm (Cy5) excitation. There was a strong signal in the center which is not scanned and probably a back reflection from a surface in the system. The issue is fixed now.</a:t>
            </a:r>
          </a:p>
        </p:txBody>
      </p:sp>
      <p:pic>
        <p:nvPicPr>
          <p:cNvPr descr="F:\Amir\OneDrive_Research\Research\Ian%20Liau\Weekly%20Reports\2026\2026.08.31%20(Amir%20Fathi%20-%20Fix%20LSCM,%20Z-Stacking)\hot-spot-sample.png" id="0" name="Picture 1"/>
          <p:cNvPicPr>
            <a:picLocks noGrp="1" noChangeAspect="1"/>
          </p:cNvPicPr>
          <p:nvPr/>
        </p:nvPicPr>
        <p:blipFill>
          <a:blip r:embed="rId2"/>
          <a:stretch>
            <a:fillRect/>
          </a:stretch>
        </p:blipFill>
        <p:spPr bwMode="auto">
          <a:xfrm>
            <a:off x="1244600" y="2984500"/>
            <a:ext cx="6654800" cy="3327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9"/>
            <a:ext cx="8229600" cy="1143000"/>
          </a:xfrm>
          <a:solidFill>
            <a:srgbClr val="ADD8E6"/>
          </a:solidFill>
        </p:spPr>
        <p:txBody>
          <a:bodyPr wrap="square" lIns="91440" rIns="91440" tIns="45720" bIns="45720">
            <a:normAutofit/>
          </a:bodyPr>
          <a:lstStyle/>
          <a:p>
            <a:pPr lvl="0" indent="0" marL="0">
              <a:buNone/>
            </a:pPr>
            <a:r>
              <a:rPr/>
              <a:t>Hot spot Issue in Confocal System</a:t>
            </a:r>
          </a:p>
        </p:txBody>
      </p:sp>
      <p:sp>
        <p:nvSpPr>
          <p:cNvPr id="4" name="Text Placeholder 3"/>
          <p:cNvSpPr>
            <a:spLocks noGrp="1"/>
          </p:cNvSpPr>
          <p:nvPr>
            <p:ph idx="2" sz="half" type="body"/>
          </p:nvPr>
        </p:nvSpPr>
        <p:spPr/>
        <p:txBody>
          <a:bodyPr wrap="square" lIns="91440" rIns="91440" tIns="45720" bIns="45720">
            <a:normAutofit/>
          </a:bodyPr>
          <a:lstStyle/>
          <a:p>
            <a:pPr lvl="0" indent="0" marL="0">
              <a:buNone/>
            </a:pPr>
            <a:r>
              <a:rPr/>
              <a:t>There was an issue with the dichroic mirror in the confocal system that caused a hot spot in the image for 640 nm excitation. I just change to another dichroic mirror and the hot spot issue is fixed. Now I can get a clean image for iSCAT-LSCM colocalization.</a:t>
            </a:r>
          </a:p>
        </p:txBody>
      </p:sp>
      <p:pic>
        <p:nvPicPr>
          <p:cNvPr descr="F:\Amir\OneDrive_Research\Research\Ian%20Liau\Weekly%20Reports\2026\2026.08.31%20(Amir%20Fathi%20-%20Fix%20LSCM,%20Z-Stacking)\hot-spot-line.png" id="0" name="Picture 1"/>
          <p:cNvPicPr>
            <a:picLocks noGrp="1" noChangeAspect="1"/>
          </p:cNvPicPr>
          <p:nvPr/>
        </p:nvPicPr>
        <p:blipFill>
          <a:blip r:embed="rId2"/>
          <a:stretch>
            <a:fillRect/>
          </a:stretch>
        </p:blipFill>
        <p:spPr bwMode="auto">
          <a:xfrm>
            <a:off x="1079500" y="2984500"/>
            <a:ext cx="6985000" cy="3327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wrap="square" lIns="91440" rIns="91440" tIns="45720" bIns="45720">
            <a:normAutofit/>
          </a:bodyPr>
          <a:lstStyle/>
          <a:p>
            <a:pPr lvl="0" indent="0" marL="0">
              <a:buNone/>
            </a:pPr>
            <a:r>
              <a:rPr/>
              <a:t>iSCAT Vibration</a:t>
            </a:r>
          </a:p>
        </p:txBody>
      </p:sp>
      <p:sp>
        <p:nvSpPr>
          <p:cNvPr id="3" name="Content Placeholder 2"/>
          <p:cNvSpPr>
            <a:spLocks noGrp="1"/>
          </p:cNvSpPr>
          <p:nvPr>
            <p:ph idx="1"/>
          </p:nvPr>
        </p:nvSpPr>
        <p:spPr/>
        <p:txBody>
          <a:bodyPr wrap="square" lIns="91440" rIns="91440" tIns="45720" bIns="45720">
            <a:normAutofit/>
          </a:bodyPr>
          <a:lstStyle/>
          <a:p>
            <a:pPr lvl="0" indent="0" marL="0">
              <a:buNone/>
            </a:pPr>
            <a:r>
              <a:rPr/>
              <a:t>I still cannot fully diagnose the vibration. I tried to check other equipments on table 4 by turning them on and off, but the vibration is still there. If I can identify the source and mitigate it, it will be a significant improvement in the iSCAT system. For now, I will focus on the doing experiments and keep this in the back of head to see if I can find the source of the vibration.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wrap="square" lIns="91440" rIns="91440" tIns="45720" bIns="45720">
            <a:normAutofit/>
          </a:bodyPr>
          <a:lstStyle/>
          <a:p>
            <a:pPr lvl="0" indent="0" marL="0">
              <a:buNone/>
            </a:pPr>
            <a:r>
              <a:rPr/>
              <a:t>iSCAT Fringe Suppression by Z Stacking</a:t>
            </a:r>
          </a:p>
        </p:txBody>
      </p:sp>
      <p:pic>
        <p:nvPicPr>
          <p:cNvPr descr="F:\Amir\OneDrive_Research\Research\Ian%20Liau\Weekly%20Reports\2026\2026.08.31%20(Amir%20Fathi%20-%20Fix%20LSCM,%20Z-Stacking)\iscat-z-stacking.png" id="0" name="Picture 1"/>
          <p:cNvPicPr>
            <a:picLocks noGrp="1" noChangeAspect="1"/>
          </p:cNvPicPr>
          <p:nvPr/>
        </p:nvPicPr>
        <p:blipFill>
          <a:blip r:embed="rId2"/>
          <a:stretch>
            <a:fillRect/>
          </a:stretch>
        </p:blipFill>
        <p:spPr bwMode="auto">
          <a:xfrm>
            <a:off x="457200" y="1790700"/>
            <a:ext cx="4038600" cy="4152900"/>
          </a:xfrm>
          <a:prstGeom prst="rect">
            <a:avLst/>
          </a:prstGeom>
          <a:noFill/>
          <a:ln w="9525">
            <a:noFill/>
            <a:headEnd/>
            <a:tailEnd/>
          </a:ln>
        </p:spPr>
      </p:pic>
      <p:sp>
        <p:nvSpPr>
          <p:cNvPr id="4" name="Content Placeholder 3"/>
          <p:cNvSpPr>
            <a:spLocks noGrp="1"/>
          </p:cNvSpPr>
          <p:nvPr>
            <p:ph idx="2" sz="half"/>
          </p:nvPr>
        </p:nvSpPr>
        <p:spPr/>
        <p:txBody>
          <a:bodyPr wrap="square" lIns="91440" rIns="91440" tIns="45720" bIns="45720">
            <a:normAutofit/>
          </a:bodyPr>
          <a:lstStyle/>
          <a:p>
            <a:pPr lvl="0" indent="0" marL="0">
              <a:buNone/>
            </a:pPr>
            <a:r>
              <a:rPr/>
              <a:t>During the experiment, I found that the interference fringes in the iSCAT image can be suppressed when I am fine-tuning the focus manually. Just to roughly demonstrate the effect, I start the acquisition and keep fine-tuning the focus. Then, offline, I average those frames. The frame range is highlighted on each image. One idea could be using a piezo stage in open loop to modulate the focus within the exposure time. The data will be inherently averaged on the image sensor at pixel level. This can even be implemented with TAG lens which can run at tens of kHz for high speed imaging. I have also added a video in my report to show the effect of fringe suppression by Z stacking.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9"/>
            <a:ext cx="8229600" cy="1143000"/>
          </a:xfrm>
          <a:solidFill>
            <a:srgbClr val="ADD8E6"/>
          </a:solidFill>
        </p:spPr>
        <p:txBody>
          <a:bodyPr wrap="square" lIns="91440" rIns="91440" tIns="45720" bIns="45720">
            <a:normAutofit/>
          </a:bodyPr>
          <a:lstStyle/>
          <a:p>
            <a:pPr lvl="0" indent="0" marL="0">
              <a:buNone/>
            </a:pPr>
            <a:r>
              <a:rPr/>
              <a:t>iSCAT Fringe Suppression by Z Stacking</a:t>
            </a:r>
          </a:p>
        </p:txBody>
      </p:sp>
      <p:sp>
        <p:nvSpPr>
          <p:cNvPr id="4" name="Text Placeholder 3"/>
          <p:cNvSpPr>
            <a:spLocks noGrp="1"/>
          </p:cNvSpPr>
          <p:nvPr>
            <p:ph idx="2" sz="half" type="body"/>
          </p:nvPr>
        </p:nvSpPr>
        <p:spPr/>
        <p:txBody>
          <a:bodyPr wrap="square" lIns="91440" rIns="91440" tIns="45720" bIns="45720">
            <a:normAutofit/>
          </a:bodyPr>
          <a:lstStyle/>
          <a:p>
            <a:pPr lvl="0" indent="0" marL="0">
              <a:buNone/>
            </a:pPr>
            <a:r>
              <a:rPr/>
              <a:t>I have also plotted the profile of the fringes for the averaged image and the original image. The fringes are suppressed by Z stacking.</a:t>
            </a:r>
          </a:p>
        </p:txBody>
      </p:sp>
      <p:pic>
        <p:nvPicPr>
          <p:cNvPr descr="F:\Amir\OneDrive_Research\Research\Ian%20Liau\Weekly%20Reports\2026\2026.08.31%20(Amir%20Fathi%20-%20Fix%20LSCM,%20Z-Stacking)\z-stacking-profile.png" id="0" name="Picture 1"/>
          <p:cNvPicPr>
            <a:picLocks noGrp="1" noChangeAspect="1"/>
          </p:cNvPicPr>
          <p:nvPr/>
        </p:nvPicPr>
        <p:blipFill>
          <a:blip r:embed="rId2"/>
          <a:stretch>
            <a:fillRect/>
          </a:stretch>
        </p:blipFill>
        <p:spPr bwMode="auto">
          <a:xfrm>
            <a:off x="457200" y="3530600"/>
            <a:ext cx="8229600" cy="2247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wrap="square" lIns="91440" rIns="91440" tIns="45720" bIns="45720">
            <a:normAutofit/>
          </a:bodyPr>
          <a:lstStyle/>
          <a:p>
            <a:pPr lvl="0" indent="0" marL="0">
              <a:buNone/>
            </a:pPr>
            <a:r>
              <a:rPr/>
              <a:t>SLB Background Correction</a:t>
            </a:r>
          </a:p>
        </p:txBody>
      </p:sp>
      <p:pic>
        <p:nvPicPr>
          <p:cNvPr descr="F:\Amir\OneDrive_Research\Research\Ian%20Liau\Weekly%20Reports\2026\2026.08.31%20(Amir%20Fathi%20-%20Fix%20LSCM,%20Z-Stacking)\slb-bg-correction.png" id="0" name="Picture 1"/>
          <p:cNvPicPr>
            <a:picLocks noGrp="1" noChangeAspect="1"/>
          </p:cNvPicPr>
          <p:nvPr/>
        </p:nvPicPr>
        <p:blipFill>
          <a:blip r:embed="rId2"/>
          <a:stretch>
            <a:fillRect/>
          </a:stretch>
        </p:blipFill>
        <p:spPr bwMode="auto">
          <a:xfrm>
            <a:off x="457200" y="1841500"/>
            <a:ext cx="4038600" cy="4038600"/>
          </a:xfrm>
          <a:prstGeom prst="rect">
            <a:avLst/>
          </a:prstGeom>
          <a:noFill/>
          <a:ln w="9525">
            <a:noFill/>
            <a:headEnd/>
            <a:tailEnd/>
          </a:ln>
        </p:spPr>
      </p:pic>
      <p:sp>
        <p:nvSpPr>
          <p:cNvPr id="4" name="Content Placeholder 3"/>
          <p:cNvSpPr>
            <a:spLocks noGrp="1"/>
          </p:cNvSpPr>
          <p:nvPr>
            <p:ph idx="2" sz="half"/>
          </p:nvPr>
        </p:nvSpPr>
        <p:spPr/>
        <p:txBody>
          <a:bodyPr wrap="square" lIns="91440" rIns="91440" tIns="45720" bIns="45720">
            <a:normAutofit/>
          </a:bodyPr>
          <a:lstStyle/>
          <a:p>
            <a:pPr lvl="0" indent="0" marL="0">
              <a:buNone/>
            </a:pPr>
            <a:r>
              <a:rPr/>
              <a:t>I can clean the background for the SLB images. There three steps involved. First correct for lateral shift, then correcting for flat field, finally temporal rolling background correction. Although, I can significantly correct the background, still the iscat profile is challenging for tracking. One path forward is using a custom detector in TrackPy not default one which is for a Gaussian profile.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wrap="square" lIns="91440" rIns="91440" tIns="45720" bIns="45720">
            <a:normAutofit/>
          </a:bodyPr>
          <a:lstStyle/>
          <a:p>
            <a:pPr lvl="0" indent="0" marL="0">
              <a:buNone/>
            </a:pPr>
            <a:r>
              <a:rPr/>
              <a:t>Meeting Summary</a:t>
            </a:r>
          </a:p>
        </p:txBody>
      </p:sp>
      <p:sp>
        <p:nvSpPr>
          <p:cNvPr id="3" name="Content Placeholder 2"/>
          <p:cNvSpPr>
            <a:spLocks noGrp="1"/>
          </p:cNvSpPr>
          <p:nvPr>
            <p:ph idx="1"/>
          </p:nvPr>
        </p:nvSpPr>
        <p:spPr/>
        <p:txBody>
          <a:bodyPr wrap="square" lIns="91440" rIns="91440" tIns="45720" bIns="45720">
            <a:normAutofit/>
          </a:bodyPr>
          <a:lstStyle/>
          <a:p>
            <a:pPr lvl="0" indent="0" marL="0">
              <a:spcBef>
                <a:spcPts val="3000"/>
              </a:spcBef>
              <a:buNone/>
            </a:pPr>
            <a:r>
              <a:rPr b="1"/>
              <a:t>Paul</a:t>
            </a:r>
          </a:p>
          <a:p>
            <a:pPr lvl="0"/>
            <a:r>
              <a:rPr/>
              <a:t>New batch of TAT affinity experiments for 50% and 25% BMP with low and high concentration of TAT peptides. The measurement is done, and the data will be analyzed.</a:t>
            </a:r>
          </a:p>
          <a:p>
            <a:pPr lvl="0" indent="0" marL="0">
              <a:spcBef>
                <a:spcPts val="3000"/>
              </a:spcBef>
              <a:buNone/>
            </a:pPr>
            <a:r>
              <a:rPr b="1"/>
              <a:t>Tony</a:t>
            </a:r>
          </a:p>
          <a:p>
            <a:pPr lvl="0"/>
            <a:r>
              <a:rPr/>
              <a:t>Tony finshed measuring domain coverage for different TAT homologues, TAT (BMP 50% - 25%), TAT-B (BMP 50%), TAT-R (BMP 50%), TAT-7+ (BMP 50%). TAT-7+ also shows present of domains which in contract with lower charge TAT homologues. The data will be analyzed and reported accordingly.</a:t>
            </a:r>
          </a:p>
          <a:p>
            <a:pPr lvl="0" indent="0" marL="0">
              <a:spcBef>
                <a:spcPts val="3000"/>
              </a:spcBef>
              <a:buNone/>
            </a:pPr>
            <a:r>
              <a:rPr b="1"/>
              <a:t>Peggy</a:t>
            </a:r>
          </a:p>
          <a:p>
            <a:pPr lvl="0"/>
            <a:r>
              <a:rPr/>
              <a:t>Western blot experiment is not conclusive. The amount of protein will be increased, and the experiment will be repeated. Additionally, Peggy will use a new method to assess the endosome scape efficiency using the flow cytometry data.</a:t>
            </a:r>
          </a:p>
          <a:p>
            <a:pPr lvl="0" indent="0" marL="0">
              <a:spcBef>
                <a:spcPts val="3000"/>
              </a:spcBef>
              <a:buNone/>
            </a:pPr>
            <a:r>
              <a:rPr b="1"/>
              <a:t>Andrew</a:t>
            </a:r>
          </a:p>
          <a:p>
            <a:pPr lvl="0"/>
            <a:r>
              <a:rPr/>
              <a:t>He can now use my script to analyze the SPT data. He can try to compare it with the previous analysis and see if there is any difference. The new data shows the temperature effect doesn’t affect the domain explicitly, which could be an indication that the domain are not phase separation in nature. Next, he will reproduce TAT experiment with different charges and compare in domain size and coverage.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ndara"/>
        <a:ea typeface="Candara"/>
        <a:cs typeface="Candara"/>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ndara"/>
        <a:ea typeface="Candara"/>
        <a:cs typeface="Candara"/>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Weekly Report</dc:title>
  <dc:creator>Amir Fathi</dc:creator>
  <cp:keywords/>
  <dcterms:created xsi:type="dcterms:W3CDTF">2026-09-02T02:02:23Z</dcterms:created>
  <dcterms:modified xsi:type="dcterms:W3CDTF">2026-09-02T02:02:23Z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math-config">
    <vt:lpwstr/>
  </property>
  <property fmtid="{D5CDD505-2E9C-101B-9397-08002B2CF9AE}" pid="10" name="subtitle">
    <vt:lpwstr>2026/08/31</vt:lpwstr>
  </property>
  <property fmtid="{D5CDD505-2E9C-101B-9397-08002B2CF9AE}" pid="11" name="toc-title">
    <vt:lpwstr>Table of contents</vt:lpwstr>
  </property>
</Properties>
</file>