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package/2006/relationships/metadata/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6858000" type="screen4x3"/>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F8B1A6E-4C7E-4A9A-9E3B-1234567890AB}">
  <a:tblStyle styleId="{8F8B1A6E-4C7E-4A9A-9E3B-1234567890AB}" styleName="Simple Grid">
    <a:wholeTbl>
      <a:tcTxStyle>
        <a:fontRef idx="minor">
          <a:schemeClr val="tx1"/>
        </a:fontRef>
        <a:schemeClr val="tx1"/>
      </a:tcTxStyle>
      <a:tcStyle>
        <a:tcBdr>
          <a:left>
            <a:ln w="6350">
              <a:solidFill>
                <a:schemeClr val="tx1"/>
              </a:solidFill>
            </a:ln>
          </a:left>
          <a:right>
            <a:ln w="6350">
              <a:solidFill>
                <a:schemeClr val="tx1"/>
              </a:solidFill>
            </a:ln>
          </a:right>
          <a:top>
            <a:ln w="6350">
              <a:solidFill>
                <a:schemeClr val="tx1"/>
              </a:solidFill>
            </a:ln>
          </a:top>
          <a:bottom>
            <a:ln w="6350">
              <a:solidFill>
                <a:schemeClr val="tx1"/>
              </a:solidFill>
            </a:ln>
          </a:bottom>
          <a:insideH>
            <a:ln w="6350">
              <a:solidFill>
                <a:schemeClr val="tx1"/>
              </a:solidFill>
            </a:ln>
          </a:insideH>
          <a:insideV>
            <a:ln w="6350">
              <a:solidFill>
                <a:schemeClr val="tx1"/>
              </a:solidFill>
            </a:ln>
          </a:insideV>
        </a:tcBdr>
      </a:tcStyle>
    </a:wholeTbl>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Subtitle 2"/>
          <p:cNvSpPr>
            <a:spLocks noGrp="1"/>
          </p:cNvSpPr>
          <p:nvPr>
            <p:ph type="subTitle" idx="1"/>
          </p:nvPr>
        </p:nvSpPr>
        <p:spPr>
          <a:xfrm>
            <a:off x="1371600" y="3886200"/>
            <a:ext cx="6400800" cy="2435225"/>
          </a:xfrm>
        </p:spPr>
        <p:txBody>
          <a:bodyPr anchor="ctr" lIns="91440" rIns="91440" tIns="45720" bIns="45720"/>
          <a:lstStyle>
            <a:lvl1pPr marL="0" indent="0" algn="ctr">
              <a:buNone/>
              <a:defRPr sz="2000" b="0">
                <a:solidFill>
                  <a:srgbClr val="262626"/>
                </a:solidFill>
              </a:defRPr>
            </a:lvl1pPr>
            <a:lvl2pPr marL="342900" indent="0" algn="ctr">
              <a:buNone/>
              <a:defRPr sz="2000" b="0">
                <a:solidFill>
                  <a:srgbClr val="262626"/>
                </a:solidFill>
              </a:defRPr>
            </a:lvl2pPr>
            <a:lvl3pPr marL="685800" indent="0" algn="ctr">
              <a:buNone/>
              <a:defRPr sz="2000" b="0">
                <a:solidFill>
                  <a:srgbClr val="262626"/>
                </a:solidFill>
              </a:defRPr>
            </a:lvl3pPr>
            <a:lvl4pPr marL="1028700" indent="0" algn="ctr">
              <a:buNone/>
              <a:defRPr sz="2000" b="0">
                <a:solidFill>
                  <a:srgbClr val="262626"/>
                </a:solidFill>
              </a:defRPr>
            </a:lvl4pPr>
            <a:lvl5pPr marL="1371600" indent="0" algn="ctr">
              <a:buNone/>
              <a:defRPr sz="2000" b="0">
                <a:solidFill>
                  <a:srgbClr val="262626"/>
                </a:solidFill>
              </a:defRPr>
            </a:lvl5pPr>
            <a:lvl6pPr marL="1714500" indent="0" algn="ctr">
              <a:buNone/>
              <a:defRPr sz="2000" b="0">
                <a:solidFill>
                  <a:srgbClr val="262626"/>
                </a:solidFill>
              </a:defRPr>
            </a:lvl6pPr>
            <a:lvl7pPr marL="2057400" indent="0" algn="ctr">
              <a:buNone/>
              <a:defRPr sz="2000" b="0">
                <a:solidFill>
                  <a:srgbClr val="262626"/>
                </a:solidFill>
              </a:defRPr>
            </a:lvl7pPr>
            <a:lvl8pPr marL="2400300" indent="0" algn="ctr">
              <a:buNone/>
              <a:defRPr sz="2000" b="0">
                <a:solidFill>
                  <a:srgbClr val="262626"/>
                </a:solidFill>
              </a:defRPr>
            </a:lvl8pPr>
            <a:lvl9pPr marL="2743200" indent="0" algn="ctr">
              <a:buNone/>
              <a:defRPr sz="2000" b="0">
                <a:solidFill>
                  <a:srgbClr val="262626"/>
                </a:solidFill>
              </a:defRPr>
            </a:lvl9pPr>
          </a:lstStyle>
          <a:p>
            <a:r>
              <a:rPr lang="en-US"/>
              <a:t>Click to edit Master subtitle style</a:t>
            </a:r>
          </a:p>
        </p:txBody>
      </p:sp>
      <p:sp>
        <p:nvSpPr>
          <p:cNvPr id="4" name="Date Placeholder 3"/>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nchor="ctr" lIns="91440" rIns="91440" tIns="45720" bIns="45720"/>
          <a:lstStyle/>
          <a:p>
            <a:endParaRPr lang="en-US"/>
          </a:p>
        </p:txBody>
      </p:sp>
      <p:sp>
        <p:nvSpPr>
          <p:cNvPr id="6" name="Slide Number Placeholder 5"/>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Content Placeholder 2"/>
          <p:cNvSpPr>
            <a:spLocks noGrp="1"/>
          </p:cNvSpPr>
          <p:nvPr>
            <p:ph idx="1"/>
          </p:nvPr>
        </p:nvSpPr>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nchor="ctr" lIns="91440" rIns="91440" tIns="45720" bIns="45720"/>
          <a:lstStyle/>
          <a:p>
            <a:endParaRPr lang="en-US"/>
          </a:p>
        </p:txBody>
      </p:sp>
      <p:sp>
        <p:nvSpPr>
          <p:cNvPr id="6" name="Slide Number Placeholder 5"/>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a:solidFill>
            <a:srgbClr val="ADD8E6"/>
          </a:solidFill>
        </p:spPr>
        <p:txBody>
          <a:bodyPr anchor="ctr" lIns="91440" rIns="91440" tIns="45720" bIns="45720"/>
          <a:lstStyle>
            <a:lvl1pPr algn="ctr">
              <a:defRPr sz="2800" b="0" cap="all">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Text Placeholder 2"/>
          <p:cNvSpPr>
            <a:spLocks noGrp="1"/>
          </p:cNvSpPr>
          <p:nvPr>
            <p:ph type="body" idx="1"/>
          </p:nvPr>
        </p:nvSpPr>
        <p:spPr>
          <a:xfrm>
            <a:off x="722313" y="2906713"/>
            <a:ext cx="7772400" cy="3414712"/>
          </a:xfrm>
        </p:spPr>
        <p:txBody>
          <a:bodyPr anchor="ctr" lIns="91440" rIns="91440" tIns="45720" bIns="45720"/>
          <a:lstStyle>
            <a:lvl1pPr marL="0" indent="0" algn="l">
              <a:lnSpc>
                <a:spcPct val="100000"/>
              </a:lnSpc>
              <a:spcAft>
                <a:spcPts val="400"/>
              </a:spcAft>
              <a:buNone/>
              <a:defRPr sz="1800" b="0">
                <a:solidFill>
                  <a:srgbClr val="262626"/>
                </a:solidFill>
              </a:defRPr>
            </a:lvl1pPr>
            <a:lvl2pPr marL="342900" indent="0">
              <a:lnSpc>
                <a:spcPct val="100000"/>
              </a:lnSpc>
              <a:spcAft>
                <a:spcPts val="400"/>
              </a:spcAft>
              <a:buNone/>
              <a:defRPr sz="1800" b="0">
                <a:solidFill>
                  <a:srgbClr val="262626"/>
                </a:solidFill>
              </a:defRPr>
            </a:lvl2pPr>
            <a:lvl3pPr marL="685800" indent="0">
              <a:lnSpc>
                <a:spcPct val="100000"/>
              </a:lnSpc>
              <a:spcAft>
                <a:spcPts val="400"/>
              </a:spcAft>
              <a:buNone/>
              <a:defRPr sz="1800" b="0">
                <a:solidFill>
                  <a:srgbClr val="262626"/>
                </a:solidFill>
              </a:defRPr>
            </a:lvl3pPr>
            <a:lvl4pPr marL="1028700" indent="0">
              <a:lnSpc>
                <a:spcPct val="100000"/>
              </a:lnSpc>
              <a:spcAft>
                <a:spcPts val="400"/>
              </a:spcAft>
              <a:buNone/>
              <a:defRPr sz="1800" b="0">
                <a:solidFill>
                  <a:srgbClr val="262626"/>
                </a:solidFill>
              </a:defRPr>
            </a:lvl4pPr>
            <a:lvl5pPr marL="1371600" indent="0">
              <a:lnSpc>
                <a:spcPct val="100000"/>
              </a:lnSpc>
              <a:spcAft>
                <a:spcPts val="400"/>
              </a:spcAft>
              <a:buNone/>
              <a:defRPr sz="1800" b="0">
                <a:solidFill>
                  <a:srgbClr val="262626"/>
                </a:solidFill>
              </a:defRPr>
            </a:lvl5pPr>
            <a:lvl6pPr marL="1714500" indent="0">
              <a:lnSpc>
                <a:spcPct val="100000"/>
              </a:lnSpc>
              <a:spcAft>
                <a:spcPts val="400"/>
              </a:spcAft>
              <a:buNone/>
              <a:defRPr sz="1800" b="0">
                <a:solidFill>
                  <a:srgbClr val="262626"/>
                </a:solidFill>
              </a:defRPr>
            </a:lvl6pPr>
            <a:lvl7pPr marL="2057400" indent="0">
              <a:lnSpc>
                <a:spcPct val="100000"/>
              </a:lnSpc>
              <a:spcAft>
                <a:spcPts val="400"/>
              </a:spcAft>
              <a:buNone/>
              <a:defRPr sz="1800" b="0">
                <a:solidFill>
                  <a:srgbClr val="262626"/>
                </a:solidFill>
              </a:defRPr>
            </a:lvl7pPr>
            <a:lvl8pPr marL="2400300" indent="0">
              <a:lnSpc>
                <a:spcPct val="100000"/>
              </a:lnSpc>
              <a:spcAft>
                <a:spcPts val="400"/>
              </a:spcAft>
              <a:buNone/>
              <a:defRPr sz="1800" b="0">
                <a:solidFill>
                  <a:srgbClr val="262626"/>
                </a:solidFill>
              </a:defRPr>
            </a:lvl8pPr>
            <a:lvl9pPr marL="2743200" indent="0">
              <a:lnSpc>
                <a:spcPct val="100000"/>
              </a:lnSpc>
              <a:spcAft>
                <a:spcPts val="400"/>
              </a:spcAft>
              <a:buNone/>
              <a:defRPr sz="1800" b="0">
                <a:solidFill>
                  <a:srgbClr val="262626"/>
                </a:solidFill>
              </a:defRPr>
            </a:lvl9pPr>
          </a:lstStyle>
          <a:p>
            <a:pPr lvl="0"/>
            <a:r>
              <a:rPr lang="en-US"/>
              <a:t>Click to edit Master text styles</a:t>
            </a:r>
          </a:p>
        </p:txBody>
      </p:sp>
      <p:sp>
        <p:nvSpPr>
          <p:cNvPr id="4" name="Date Placeholder 3"/>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nchor="ctr" lIns="91440" rIns="91440" tIns="45720" bIns="45720"/>
          <a:lstStyle/>
          <a:p>
            <a:endParaRPr lang="en-US"/>
          </a:p>
        </p:txBody>
      </p:sp>
      <p:sp>
        <p:nvSpPr>
          <p:cNvPr id="6" name="Slide Number Placeholder 5"/>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nchor="ctr" lIns="91440" rIns="91440" tIns="45720" bIns="45720"/>
          <a:lstStyle/>
          <a:p>
            <a:endParaRPr lang="en-US"/>
          </a:p>
        </p:txBody>
      </p:sp>
      <p:sp>
        <p:nvSpPr>
          <p:cNvPr id="7" name="Slide Number Placeholder 6"/>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Text Placeholder 2"/>
          <p:cNvSpPr>
            <a:spLocks noGrp="1"/>
          </p:cNvSpPr>
          <p:nvPr>
            <p:ph type="body" idx="1"/>
          </p:nvPr>
        </p:nvSpPr>
        <p:spPr>
          <a:xfrm>
            <a:off x="457200" y="1535113"/>
            <a:ext cx="4040188" cy="4786312"/>
          </a:xfrm>
        </p:spPr>
        <p:txBody>
          <a:bodyPr anchor="ctr" lIns="91440" rIns="91440" tIns="45720" bIns="45720"/>
          <a:lstStyle>
            <a:lvl1pPr marL="0" indent="0" algn="l">
              <a:lnSpc>
                <a:spcPct val="100000"/>
              </a:lnSpc>
              <a:spcAft>
                <a:spcPts val="400"/>
              </a:spcAft>
              <a:buNone/>
              <a:defRPr sz="1800" b="0">
                <a:solidFill>
                  <a:srgbClr val="262626"/>
                </a:solidFill>
              </a:defRPr>
            </a:lvl1pPr>
            <a:lvl2pPr marL="342900" indent="0">
              <a:lnSpc>
                <a:spcPct val="100000"/>
              </a:lnSpc>
              <a:spcAft>
                <a:spcPts val="400"/>
              </a:spcAft>
              <a:buNone/>
              <a:defRPr sz="1800" b="0">
                <a:solidFill>
                  <a:srgbClr val="262626"/>
                </a:solidFill>
              </a:defRPr>
            </a:lvl2pPr>
            <a:lvl3pPr marL="685800" indent="0">
              <a:lnSpc>
                <a:spcPct val="100000"/>
              </a:lnSpc>
              <a:spcAft>
                <a:spcPts val="400"/>
              </a:spcAft>
              <a:buNone/>
              <a:defRPr sz="1800" b="0">
                <a:solidFill>
                  <a:srgbClr val="262626"/>
                </a:solidFill>
              </a:defRPr>
            </a:lvl3pPr>
            <a:lvl4pPr marL="1028700" indent="0">
              <a:lnSpc>
                <a:spcPct val="100000"/>
              </a:lnSpc>
              <a:spcAft>
                <a:spcPts val="400"/>
              </a:spcAft>
              <a:buNone/>
              <a:defRPr sz="1800" b="0">
                <a:solidFill>
                  <a:srgbClr val="262626"/>
                </a:solidFill>
              </a:defRPr>
            </a:lvl4pPr>
            <a:lvl5pPr marL="1371600" indent="0">
              <a:lnSpc>
                <a:spcPct val="100000"/>
              </a:lnSpc>
              <a:spcAft>
                <a:spcPts val="400"/>
              </a:spcAft>
              <a:buNone/>
              <a:defRPr sz="1800" b="0">
                <a:solidFill>
                  <a:srgbClr val="262626"/>
                </a:solidFill>
              </a:defRPr>
            </a:lvl5pPr>
            <a:lvl6pPr marL="1714500" indent="0">
              <a:lnSpc>
                <a:spcPct val="100000"/>
              </a:lnSpc>
              <a:spcAft>
                <a:spcPts val="400"/>
              </a:spcAft>
              <a:buNone/>
              <a:defRPr sz="1800" b="0">
                <a:solidFill>
                  <a:srgbClr val="262626"/>
                </a:solidFill>
              </a:defRPr>
            </a:lvl6pPr>
            <a:lvl7pPr marL="2057400" indent="0">
              <a:lnSpc>
                <a:spcPct val="100000"/>
              </a:lnSpc>
              <a:spcAft>
                <a:spcPts val="400"/>
              </a:spcAft>
              <a:buNone/>
              <a:defRPr sz="1800" b="0">
                <a:solidFill>
                  <a:srgbClr val="262626"/>
                </a:solidFill>
              </a:defRPr>
            </a:lvl7pPr>
            <a:lvl8pPr marL="2400300" indent="0">
              <a:lnSpc>
                <a:spcPct val="100000"/>
              </a:lnSpc>
              <a:spcAft>
                <a:spcPts val="400"/>
              </a:spcAft>
              <a:buNone/>
              <a:defRPr sz="1800" b="0">
                <a:solidFill>
                  <a:srgbClr val="262626"/>
                </a:solidFill>
              </a:defRPr>
            </a:lvl8pPr>
            <a:lvl9pPr marL="2743200" indent="0">
              <a:lnSpc>
                <a:spcPct val="100000"/>
              </a:lnSpc>
              <a:spcAft>
                <a:spcPts val="400"/>
              </a:spcAft>
              <a:buNone/>
              <a:defRPr sz="1800" b="0">
                <a:solidFill>
                  <a:srgbClr val="262626"/>
                </a:solidFill>
              </a:defRPr>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4786312"/>
          </a:xfrm>
        </p:spPr>
        <p:txBody>
          <a:bodyPr anchor="ctr" lIns="91440" rIns="91440" tIns="45720" bIns="45720"/>
          <a:lstStyle>
            <a:lvl1pPr marL="0" indent="0" algn="l">
              <a:lnSpc>
                <a:spcPct val="100000"/>
              </a:lnSpc>
              <a:spcAft>
                <a:spcPts val="400"/>
              </a:spcAft>
              <a:buNone/>
              <a:defRPr sz="1800" b="0">
                <a:solidFill>
                  <a:srgbClr val="262626"/>
                </a:solidFill>
              </a:defRPr>
            </a:lvl1pPr>
            <a:lvl2pPr marL="342900" indent="0">
              <a:lnSpc>
                <a:spcPct val="100000"/>
              </a:lnSpc>
              <a:spcAft>
                <a:spcPts val="400"/>
              </a:spcAft>
              <a:buNone/>
              <a:defRPr sz="1800" b="0">
                <a:solidFill>
                  <a:srgbClr val="262626"/>
                </a:solidFill>
              </a:defRPr>
            </a:lvl2pPr>
            <a:lvl3pPr marL="685800" indent="0">
              <a:lnSpc>
                <a:spcPct val="100000"/>
              </a:lnSpc>
              <a:spcAft>
                <a:spcPts val="400"/>
              </a:spcAft>
              <a:buNone/>
              <a:defRPr sz="1800" b="0">
                <a:solidFill>
                  <a:srgbClr val="262626"/>
                </a:solidFill>
              </a:defRPr>
            </a:lvl3pPr>
            <a:lvl4pPr marL="1028700" indent="0">
              <a:lnSpc>
                <a:spcPct val="100000"/>
              </a:lnSpc>
              <a:spcAft>
                <a:spcPts val="400"/>
              </a:spcAft>
              <a:buNone/>
              <a:defRPr sz="1800" b="0">
                <a:solidFill>
                  <a:srgbClr val="262626"/>
                </a:solidFill>
              </a:defRPr>
            </a:lvl4pPr>
            <a:lvl5pPr marL="1371600" indent="0">
              <a:lnSpc>
                <a:spcPct val="100000"/>
              </a:lnSpc>
              <a:spcAft>
                <a:spcPts val="400"/>
              </a:spcAft>
              <a:buNone/>
              <a:defRPr sz="1800" b="0">
                <a:solidFill>
                  <a:srgbClr val="262626"/>
                </a:solidFill>
              </a:defRPr>
            </a:lvl5pPr>
            <a:lvl6pPr marL="1714500" indent="0">
              <a:lnSpc>
                <a:spcPct val="100000"/>
              </a:lnSpc>
              <a:spcAft>
                <a:spcPts val="400"/>
              </a:spcAft>
              <a:buNone/>
              <a:defRPr sz="1800" b="0">
                <a:solidFill>
                  <a:srgbClr val="262626"/>
                </a:solidFill>
              </a:defRPr>
            </a:lvl6pPr>
            <a:lvl7pPr marL="2057400" indent="0">
              <a:lnSpc>
                <a:spcPct val="100000"/>
              </a:lnSpc>
              <a:spcAft>
                <a:spcPts val="400"/>
              </a:spcAft>
              <a:buNone/>
              <a:defRPr sz="1800" b="0">
                <a:solidFill>
                  <a:srgbClr val="262626"/>
                </a:solidFill>
              </a:defRPr>
            </a:lvl7pPr>
            <a:lvl8pPr marL="2400300" indent="0">
              <a:lnSpc>
                <a:spcPct val="100000"/>
              </a:lnSpc>
              <a:spcAft>
                <a:spcPts val="400"/>
              </a:spcAft>
              <a:buNone/>
              <a:defRPr sz="1800" b="0">
                <a:solidFill>
                  <a:srgbClr val="262626"/>
                </a:solidFill>
              </a:defRPr>
            </a:lvl8pPr>
            <a:lvl9pPr marL="2743200" indent="0">
              <a:lnSpc>
                <a:spcPct val="100000"/>
              </a:lnSpc>
              <a:spcAft>
                <a:spcPts val="400"/>
              </a:spcAft>
              <a:buNone/>
              <a:defRPr sz="1800" b="0">
                <a:solidFill>
                  <a:srgbClr val="262626"/>
                </a:solidFill>
              </a:defRPr>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nchor="ctr" lIns="91440" rIns="91440" tIns="45720" bIns="45720"/>
          <a:lstStyle/>
          <a:p>
            <a:endParaRPr lang="en-US"/>
          </a:p>
        </p:txBody>
      </p:sp>
      <p:sp>
        <p:nvSpPr>
          <p:cNvPr id="9" name="Slide Number Placeholder 8"/>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Date Placeholder 2"/>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nchor="ctr" lIns="91440" rIns="91440" tIns="45720" bIns="45720"/>
          <a:lstStyle/>
          <a:p>
            <a:endParaRPr lang="en-US"/>
          </a:p>
        </p:txBody>
      </p:sp>
      <p:sp>
        <p:nvSpPr>
          <p:cNvPr id="5" name="Slide Number Placeholder 4"/>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nchor="ctr" lIns="91440" rIns="91440" tIns="45720" bIns="45720"/>
          <a:lstStyle/>
          <a:p>
            <a:endParaRPr lang="en-US"/>
          </a:p>
        </p:txBody>
      </p:sp>
      <p:sp>
        <p:nvSpPr>
          <p:cNvPr id="4" name="Slide Number Placeholder 3"/>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Content Placeholder 2"/>
          <p:cNvSpPr>
            <a:spLocks noGrp="1"/>
          </p:cNvSpPr>
          <p:nvPr>
            <p:ph idx="1"/>
          </p:nvPr>
        </p:nvSpPr>
        <p:spPr>
          <a:xfrm>
            <a:off x="457200" y="2990723"/>
            <a:ext cx="8229600" cy="3330702"/>
          </a:xfrm>
        </p:spPr>
        <p:txBody>
          <a:bodyPr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00201"/>
            <a:ext cx="8229600" cy="1321942"/>
          </a:xfrm>
        </p:spPr>
        <p:txBody>
          <a:bodyPr anchor="ctr" lIns="91440" rIns="91440" tIns="45720" bIns="45720"/>
          <a:lstStyle>
            <a:lvl1pPr marL="0" indent="0" algn="l">
              <a:lnSpc>
                <a:spcPct val="100000"/>
              </a:lnSpc>
              <a:spcAft>
                <a:spcPts val="400"/>
              </a:spcAft>
              <a:buNone/>
              <a:defRPr sz="1800" b="0">
                <a:solidFill>
                  <a:srgbClr val="262626"/>
                </a:solidFill>
              </a:defRPr>
            </a:lvl1pPr>
            <a:lvl2pPr marL="342900" indent="0">
              <a:lnSpc>
                <a:spcPct val="100000"/>
              </a:lnSpc>
              <a:spcAft>
                <a:spcPts val="400"/>
              </a:spcAft>
              <a:buNone/>
              <a:defRPr sz="1800" b="0">
                <a:solidFill>
                  <a:srgbClr val="262626"/>
                </a:solidFill>
              </a:defRPr>
            </a:lvl2pPr>
            <a:lvl3pPr marL="685800" indent="0">
              <a:lnSpc>
                <a:spcPct val="100000"/>
              </a:lnSpc>
              <a:spcAft>
                <a:spcPts val="400"/>
              </a:spcAft>
              <a:buNone/>
              <a:defRPr sz="1800" b="0">
                <a:solidFill>
                  <a:srgbClr val="262626"/>
                </a:solidFill>
              </a:defRPr>
            </a:lvl3pPr>
            <a:lvl4pPr marL="1028700" indent="0">
              <a:lnSpc>
                <a:spcPct val="100000"/>
              </a:lnSpc>
              <a:spcAft>
                <a:spcPts val="400"/>
              </a:spcAft>
              <a:buNone/>
              <a:defRPr sz="1800" b="0">
                <a:solidFill>
                  <a:srgbClr val="262626"/>
                </a:solidFill>
              </a:defRPr>
            </a:lvl4pPr>
            <a:lvl5pPr marL="1371600" indent="0">
              <a:lnSpc>
                <a:spcPct val="100000"/>
              </a:lnSpc>
              <a:spcAft>
                <a:spcPts val="400"/>
              </a:spcAft>
              <a:buNone/>
              <a:defRPr sz="1800" b="0">
                <a:solidFill>
                  <a:srgbClr val="262626"/>
                </a:solidFill>
              </a:defRPr>
            </a:lvl5pPr>
            <a:lvl6pPr marL="1714500" indent="0">
              <a:lnSpc>
                <a:spcPct val="100000"/>
              </a:lnSpc>
              <a:spcAft>
                <a:spcPts val="400"/>
              </a:spcAft>
              <a:buNone/>
              <a:defRPr sz="1800" b="0">
                <a:solidFill>
                  <a:srgbClr val="262626"/>
                </a:solidFill>
              </a:defRPr>
            </a:lvl6pPr>
            <a:lvl7pPr marL="2057400" indent="0">
              <a:lnSpc>
                <a:spcPct val="100000"/>
              </a:lnSpc>
              <a:spcAft>
                <a:spcPts val="400"/>
              </a:spcAft>
              <a:buNone/>
              <a:defRPr sz="1800" b="0">
                <a:solidFill>
                  <a:srgbClr val="262626"/>
                </a:solidFill>
              </a:defRPr>
            </a:lvl7pPr>
            <a:lvl8pPr marL="2400300" indent="0">
              <a:lnSpc>
                <a:spcPct val="100000"/>
              </a:lnSpc>
              <a:spcAft>
                <a:spcPts val="400"/>
              </a:spcAft>
              <a:buNone/>
              <a:defRPr sz="1800" b="0">
                <a:solidFill>
                  <a:srgbClr val="262626"/>
                </a:solidFill>
              </a:defRPr>
            </a:lvl8pPr>
            <a:lvl9pPr marL="2743200" indent="0">
              <a:lnSpc>
                <a:spcPct val="100000"/>
              </a:lnSpc>
              <a:spcAft>
                <a:spcPts val="400"/>
              </a:spcAft>
              <a:buNone/>
              <a:defRPr sz="1800" b="0">
                <a:solidFill>
                  <a:srgbClr val="262626"/>
                </a:solidFill>
              </a:defRPr>
            </a:lvl9pPr>
          </a:lstStyle>
          <a:p>
            <a:pPr lvl="0"/>
            <a:r>
              <a:rPr lang="en-US"/>
              <a:t>Click to edit Master text styles</a:t>
            </a:r>
          </a:p>
        </p:txBody>
      </p:sp>
      <p:sp>
        <p:nvSpPr>
          <p:cNvPr id="5" name="Date Placeholder 4"/>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nchor="ctr" lIns="91440" rIns="91440" tIns="45720" bIns="45720"/>
          <a:lstStyle/>
          <a:p>
            <a:endParaRPr lang="en-US"/>
          </a:p>
        </p:txBody>
      </p:sp>
      <p:sp>
        <p:nvSpPr>
          <p:cNvPr id="7" name="Slide Number Placeholder 6"/>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nchor="ctr" lIns="91440" rIns="91440" tIns="45720" bIns="45720"/>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7"/>
            <a:ext cx="5486400" cy="954088"/>
          </a:xfrm>
        </p:spPr>
        <p:txBody>
          <a:bodyPr anchor="ctr" lIns="91440" rIns="91440" tIns="45720" bIns="45720"/>
          <a:lstStyle>
            <a:lvl1pPr marL="0" indent="0" algn="l">
              <a:lnSpc>
                <a:spcPct val="100000"/>
              </a:lnSpc>
              <a:spcAft>
                <a:spcPts val="400"/>
              </a:spcAft>
              <a:buNone/>
              <a:defRPr sz="1800" b="0">
                <a:solidFill>
                  <a:srgbClr val="262626"/>
                </a:solidFill>
              </a:defRPr>
            </a:lvl1pPr>
            <a:lvl2pPr marL="342900" indent="0">
              <a:lnSpc>
                <a:spcPct val="100000"/>
              </a:lnSpc>
              <a:spcAft>
                <a:spcPts val="400"/>
              </a:spcAft>
              <a:buNone/>
              <a:defRPr sz="1800" b="0">
                <a:solidFill>
                  <a:srgbClr val="262626"/>
                </a:solidFill>
              </a:defRPr>
            </a:lvl2pPr>
            <a:lvl3pPr marL="685800" indent="0">
              <a:lnSpc>
                <a:spcPct val="100000"/>
              </a:lnSpc>
              <a:spcAft>
                <a:spcPts val="400"/>
              </a:spcAft>
              <a:buNone/>
              <a:defRPr sz="1800" b="0">
                <a:solidFill>
                  <a:srgbClr val="262626"/>
                </a:solidFill>
              </a:defRPr>
            </a:lvl3pPr>
            <a:lvl4pPr marL="1028700" indent="0">
              <a:lnSpc>
                <a:spcPct val="100000"/>
              </a:lnSpc>
              <a:spcAft>
                <a:spcPts val="400"/>
              </a:spcAft>
              <a:buNone/>
              <a:defRPr sz="1800" b="0">
                <a:solidFill>
                  <a:srgbClr val="262626"/>
                </a:solidFill>
              </a:defRPr>
            </a:lvl4pPr>
            <a:lvl5pPr marL="1371600" indent="0">
              <a:lnSpc>
                <a:spcPct val="100000"/>
              </a:lnSpc>
              <a:spcAft>
                <a:spcPts val="400"/>
              </a:spcAft>
              <a:buNone/>
              <a:defRPr sz="1800" b="0">
                <a:solidFill>
                  <a:srgbClr val="262626"/>
                </a:solidFill>
              </a:defRPr>
            </a:lvl5pPr>
            <a:lvl6pPr marL="1714500" indent="0">
              <a:lnSpc>
                <a:spcPct val="100000"/>
              </a:lnSpc>
              <a:spcAft>
                <a:spcPts val="400"/>
              </a:spcAft>
              <a:buNone/>
              <a:defRPr sz="1800" b="0">
                <a:solidFill>
                  <a:srgbClr val="262626"/>
                </a:solidFill>
              </a:defRPr>
            </a:lvl6pPr>
            <a:lvl7pPr marL="2057400" indent="0">
              <a:lnSpc>
                <a:spcPct val="100000"/>
              </a:lnSpc>
              <a:spcAft>
                <a:spcPts val="400"/>
              </a:spcAft>
              <a:buNone/>
              <a:defRPr sz="1800" b="0">
                <a:solidFill>
                  <a:srgbClr val="262626"/>
                </a:solidFill>
              </a:defRPr>
            </a:lvl7pPr>
            <a:lvl8pPr marL="2400300" indent="0">
              <a:lnSpc>
                <a:spcPct val="100000"/>
              </a:lnSpc>
              <a:spcAft>
                <a:spcPts val="400"/>
              </a:spcAft>
              <a:buNone/>
              <a:defRPr sz="1800" b="0">
                <a:solidFill>
                  <a:srgbClr val="262626"/>
                </a:solidFill>
              </a:defRPr>
            </a:lvl8pPr>
            <a:lvl9pPr marL="2743200" indent="0">
              <a:lnSpc>
                <a:spcPct val="100000"/>
              </a:lnSpc>
              <a:spcAft>
                <a:spcPts val="400"/>
              </a:spcAft>
              <a:buNone/>
              <a:defRPr sz="1800" b="0">
                <a:solidFill>
                  <a:srgbClr val="262626"/>
                </a:solidFill>
              </a:defRPr>
            </a:lvl9pPr>
          </a:lstStyle>
          <a:p>
            <a:pPr lvl="0"/>
            <a:r>
              <a:rPr lang="en-US"/>
              <a:t>Click to edit Master text styles</a:t>
            </a:r>
          </a:p>
        </p:txBody>
      </p:sp>
      <p:sp>
        <p:nvSpPr>
          <p:cNvPr id="5" name="Date Placeholder 4"/>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nchor="ctr" lIns="91440" rIns="91440" tIns="45720" bIns="45720"/>
          <a:lstStyle/>
          <a:p>
            <a:endParaRPr lang="en-US"/>
          </a:p>
        </p:txBody>
      </p:sp>
      <p:sp>
        <p:nvSpPr>
          <p:cNvPr id="7" name="Slide Number Placeholder 6"/>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Vertical Text Placeholder 2"/>
          <p:cNvSpPr>
            <a:spLocks noGrp="1"/>
          </p:cNvSpPr>
          <p:nvPr>
            <p:ph type="body" orient="vert" idx="1"/>
          </p:nvPr>
        </p:nvSpPr>
        <p:spPr/>
        <p:txBody>
          <a:bodyPr vert="eaVert"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nchor="ctr" lIns="91440" rIns="91440" tIns="45720" bIns="45720"/>
          <a:lstStyle/>
          <a:p>
            <a:endParaRPr lang="en-US"/>
          </a:p>
        </p:txBody>
      </p:sp>
      <p:sp>
        <p:nvSpPr>
          <p:cNvPr id="6" name="Slide Number Placeholder 5"/>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a:solidFill>
            <a:srgbClr val="ADD8E6"/>
          </a:solidFill>
        </p:spPr>
        <p:txBody>
          <a:bodyPr vert="eaVert" anchor="ctr" lIns="91440" rIns="91440" tIns="45720" bIns="45720"/>
          <a:lstStyle>
            <a:lvl1pPr algn="ctr">
              <a:defRPr sz="2800" b="0">
                <a:solidFill>
                  <a:srgbClr val="1F3864"/>
                </a:solidFill>
              </a:defRPr>
            </a:lvl1pPr>
            <a:lvl2pPr>
              <a:defRPr sz="2800" b="0">
                <a:solidFill>
                  <a:srgbClr val="1F3864"/>
                </a:solidFill>
              </a:defRPr>
            </a:lvl2pPr>
            <a:lvl3pPr>
              <a:defRPr sz="2800" b="0">
                <a:solidFill>
                  <a:srgbClr val="1F3864"/>
                </a:solidFill>
              </a:defRPr>
            </a:lvl3pPr>
            <a:lvl4pPr>
              <a:defRPr sz="2800" b="0">
                <a:solidFill>
                  <a:srgbClr val="1F3864"/>
                </a:solidFill>
              </a:defRPr>
            </a:lvl4pPr>
            <a:lvl5pPr>
              <a:defRPr sz="2800" b="0">
                <a:solidFill>
                  <a:srgbClr val="1F3864"/>
                </a:solidFill>
              </a:defRPr>
            </a:lvl5pPr>
            <a:lvl6pPr>
              <a:defRPr sz="2800" b="0">
                <a:solidFill>
                  <a:srgbClr val="1F3864"/>
                </a:solidFill>
              </a:defRPr>
            </a:lvl6pPr>
            <a:lvl7pPr>
              <a:defRPr sz="2800" b="0">
                <a:solidFill>
                  <a:srgbClr val="1F3864"/>
                </a:solidFill>
              </a:defRPr>
            </a:lvl7pPr>
            <a:lvl8pPr>
              <a:defRPr sz="2800" b="0">
                <a:solidFill>
                  <a:srgbClr val="1F3864"/>
                </a:solidFill>
              </a:defRPr>
            </a:lvl8pPr>
            <a:lvl9pPr>
              <a:defRPr sz="2800" b="0">
                <a:solidFill>
                  <a:srgbClr val="1F3864"/>
                </a:solidFill>
              </a:defRPr>
            </a:lvl9pPr>
          </a:lstStyle>
          <a:p>
            <a:r>
              <a:rPr lang="en-US"/>
              <a:t>Click to edit Master title style</a:t>
            </a:r>
          </a:p>
        </p:txBody>
      </p:sp>
      <p:sp>
        <p:nvSpPr>
          <p:cNvPr id="3" name="Vertical Text Placeholder 2"/>
          <p:cNvSpPr>
            <a:spLocks noGrp="1"/>
          </p:cNvSpPr>
          <p:nvPr>
            <p:ph type="body" orient="vert" idx="1"/>
          </p:nvPr>
        </p:nvSpPr>
        <p:spPr>
          <a:xfrm>
            <a:off x="457200" y="274639"/>
            <a:ext cx="6019800" cy="6046786"/>
          </a:xfrm>
        </p:spPr>
        <p:txBody>
          <a:bodyPr vert="eaVert" anchor="ctr" lIns="91440" rIns="91440" tIns="45720" bIns="45720"/>
          <a:lstStyle>
            <a:lvl1pPr algn="l">
              <a:lnSpc>
                <a:spcPct val="100000"/>
              </a:lnSpc>
              <a:spcAft>
                <a:spcPts val="400"/>
              </a:spcAft>
              <a:defRPr sz="1800" b="0">
                <a:solidFill>
                  <a:srgbClr val="262626"/>
                </a:solidFill>
              </a:defRPr>
            </a:lvl1pPr>
            <a:lvl2pPr>
              <a:lnSpc>
                <a:spcPct val="100000"/>
              </a:lnSpc>
              <a:spcAft>
                <a:spcPts val="400"/>
              </a:spcAft>
              <a:defRPr sz="1800" b="0">
                <a:solidFill>
                  <a:srgbClr val="262626"/>
                </a:solidFill>
              </a:defRPr>
            </a:lvl2pPr>
            <a:lvl3pPr>
              <a:lnSpc>
                <a:spcPct val="100000"/>
              </a:lnSpc>
              <a:spcAft>
                <a:spcPts val="400"/>
              </a:spcAft>
              <a:defRPr sz="1800" b="0">
                <a:solidFill>
                  <a:srgbClr val="262626"/>
                </a:solidFill>
              </a:defRPr>
            </a:lvl3pPr>
            <a:lvl4pPr>
              <a:lnSpc>
                <a:spcPct val="100000"/>
              </a:lnSpc>
              <a:spcAft>
                <a:spcPts val="400"/>
              </a:spcAft>
              <a:defRPr sz="1800" b="0">
                <a:solidFill>
                  <a:srgbClr val="262626"/>
                </a:solidFill>
              </a:defRPr>
            </a:lvl4pPr>
            <a:lvl5pPr>
              <a:lnSpc>
                <a:spcPct val="100000"/>
              </a:lnSpc>
              <a:spcAft>
                <a:spcPts val="400"/>
              </a:spcAft>
              <a:defRPr sz="1800" b="0">
                <a:solidFill>
                  <a:srgbClr val="262626"/>
                </a:solidFill>
              </a:defRPr>
            </a:lvl5pPr>
            <a:lvl6pPr>
              <a:lnSpc>
                <a:spcPct val="100000"/>
              </a:lnSpc>
              <a:spcAft>
                <a:spcPts val="400"/>
              </a:spcAft>
              <a:defRPr sz="1800" b="0">
                <a:solidFill>
                  <a:srgbClr val="262626"/>
                </a:solidFill>
              </a:defRPr>
            </a:lvl6pPr>
            <a:lvl7pPr>
              <a:lnSpc>
                <a:spcPct val="100000"/>
              </a:lnSpc>
              <a:spcAft>
                <a:spcPts val="400"/>
              </a:spcAft>
              <a:defRPr sz="1800" b="0">
                <a:solidFill>
                  <a:srgbClr val="262626"/>
                </a:solidFill>
              </a:defRPr>
            </a:lvl7pPr>
            <a:lvl8pPr>
              <a:lnSpc>
                <a:spcPct val="100000"/>
              </a:lnSpc>
              <a:spcAft>
                <a:spcPts val="400"/>
              </a:spcAft>
              <a:defRPr sz="1800" b="0">
                <a:solidFill>
                  <a:srgbClr val="262626"/>
                </a:solidFill>
              </a:defRPr>
            </a:lvl8pPr>
            <a:lvl9pPr>
              <a:lnSpc>
                <a:spcPct val="100000"/>
              </a:lnSpc>
              <a:spcAft>
                <a:spcPts val="400"/>
              </a:spcAft>
              <a:defRPr sz="1800" b="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nchor="ctr" lIns="91440" rIns="91440" tIns="45720" bIns="45720"/>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nchor="ctr" lIns="91440" rIns="91440" tIns="45720" bIns="45720"/>
          <a:lstStyle/>
          <a:p>
            <a:endParaRPr lang="en-US"/>
          </a:p>
        </p:txBody>
      </p:sp>
      <p:sp>
        <p:nvSpPr>
          <p:cNvPr id="6" name="Slide Number Placeholder 5"/>
          <p:cNvSpPr>
            <a:spLocks noGrp="1"/>
          </p:cNvSpPr>
          <p:nvPr>
            <p:ph type="sldNum" sz="quarter" idx="12"/>
          </p:nvPr>
        </p:nvSpPr>
        <p:spPr/>
        <p:txBody>
          <a:bodyPr anchor="ctr" lIns="91440" rIns="91440" tIns="45720" bIns="45720"/>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a:solidFill>
            <a:srgbClr val="ADD8E6"/>
          </a:solidFill>
        </p:spPr>
        <p:txBody>
          <a:bodyPr anchor="ctr" bIns="45720" lIns="91440" rIns="91440" rtlCol="0" tIns="45720" vert="horz">
            <a:normAutofit/>
          </a:bodyPr>
          <a:lstStyle>
            <a:lvl1pPr algn="ctr">
              <a:defRPr b="0" sz="2800">
                <a:solidFill>
                  <a:srgbClr val="1F3864"/>
                </a:solidFill>
              </a:defRPr>
            </a:lvl1pPr>
            <a:lvl2pPr>
              <a:defRPr b="0" sz="2800">
                <a:solidFill>
                  <a:srgbClr val="1F3864"/>
                </a:solidFill>
              </a:defRPr>
            </a:lvl2pPr>
            <a:lvl3pPr>
              <a:defRPr b="0" sz="2800">
                <a:solidFill>
                  <a:srgbClr val="1F3864"/>
                </a:solidFill>
              </a:defRPr>
            </a:lvl3pPr>
            <a:lvl4pPr>
              <a:defRPr b="0" sz="2800">
                <a:solidFill>
                  <a:srgbClr val="1F3864"/>
                </a:solidFill>
              </a:defRPr>
            </a:lvl4pPr>
            <a:lvl5pPr>
              <a:defRPr b="0" sz="2800">
                <a:solidFill>
                  <a:srgbClr val="1F3864"/>
                </a:solidFill>
              </a:defRPr>
            </a:lvl5pPr>
            <a:lvl6pPr>
              <a:defRPr b="0" sz="2800">
                <a:solidFill>
                  <a:srgbClr val="1F3864"/>
                </a:solidFill>
              </a:defRPr>
            </a:lvl6pPr>
            <a:lvl7pPr>
              <a:defRPr b="0" sz="2800">
                <a:solidFill>
                  <a:srgbClr val="1F3864"/>
                </a:solidFill>
              </a:defRPr>
            </a:lvl7pPr>
            <a:lvl8pPr>
              <a:defRPr b="0" sz="2800">
                <a:solidFill>
                  <a:srgbClr val="1F3864"/>
                </a:solidFill>
              </a:defRPr>
            </a:lvl8pPr>
            <a:lvl9pPr>
              <a:defRPr b="0" sz="2800">
                <a:solidFill>
                  <a:srgbClr val="1F3864"/>
                </a:solidFill>
              </a:defRPr>
            </a:lvl9pPr>
          </a:lstStyle>
          <a:p>
            <a:r>
              <a:rPr lang="en-US"/>
              <a:t>Click to edit Master title style</a:t>
            </a:r>
          </a:p>
        </p:txBody>
      </p:sp>
      <p:sp>
        <p:nvSpPr>
          <p:cNvPr id="3" name="Text Placeholder 2"/>
          <p:cNvSpPr>
            <a:spLocks noGrp="1"/>
          </p:cNvSpPr>
          <p:nvPr>
            <p:ph idx="1" type="body"/>
          </p:nvPr>
        </p:nvSpPr>
        <p:spPr>
          <a:xfrm>
            <a:off x="457200" y="1600201"/>
            <a:ext cx="8229600" cy="4721224"/>
          </a:xfrm>
          <a:prstGeom prst="rect">
            <a:avLst/>
          </a:prstGeom>
        </p:spPr>
        <p:txBody>
          <a:bodyPr anchor="ctr" bIns="45720" lIns="91440" rIns="91440" rtlCol="0" tIns="45720" vert="horz">
            <a:normAutofit/>
          </a:bodyPr>
          <a:lstStyle>
            <a:lvl1pPr algn="l">
              <a:lnSpc>
                <a:spcPct val="100000"/>
              </a:lnSpc>
              <a:spcAft>
                <a:spcPts val="400"/>
              </a:spcAft>
              <a:defRPr b="0" sz="1800">
                <a:solidFill>
                  <a:srgbClr val="262626"/>
                </a:solidFill>
              </a:defRPr>
            </a:lvl1pPr>
            <a:lvl2pPr>
              <a:lnSpc>
                <a:spcPct val="100000"/>
              </a:lnSpc>
              <a:spcAft>
                <a:spcPts val="400"/>
              </a:spcAft>
              <a:defRPr b="0" sz="1800">
                <a:solidFill>
                  <a:srgbClr val="262626"/>
                </a:solidFill>
              </a:defRPr>
            </a:lvl2pPr>
            <a:lvl3pPr>
              <a:lnSpc>
                <a:spcPct val="100000"/>
              </a:lnSpc>
              <a:spcAft>
                <a:spcPts val="400"/>
              </a:spcAft>
              <a:defRPr b="0" sz="1800">
                <a:solidFill>
                  <a:srgbClr val="262626"/>
                </a:solidFill>
              </a:defRPr>
            </a:lvl3pPr>
            <a:lvl4pPr>
              <a:lnSpc>
                <a:spcPct val="100000"/>
              </a:lnSpc>
              <a:spcAft>
                <a:spcPts val="400"/>
              </a:spcAft>
              <a:defRPr b="0" sz="1800">
                <a:solidFill>
                  <a:srgbClr val="262626"/>
                </a:solidFill>
              </a:defRPr>
            </a:lvl4pPr>
            <a:lvl5pPr>
              <a:lnSpc>
                <a:spcPct val="100000"/>
              </a:lnSpc>
              <a:spcAft>
                <a:spcPts val="400"/>
              </a:spcAft>
              <a:defRPr b="0" sz="1800">
                <a:solidFill>
                  <a:srgbClr val="262626"/>
                </a:solidFill>
              </a:defRPr>
            </a:lvl5pPr>
            <a:lvl6pPr>
              <a:lnSpc>
                <a:spcPct val="100000"/>
              </a:lnSpc>
              <a:spcAft>
                <a:spcPts val="400"/>
              </a:spcAft>
              <a:defRPr b="0" sz="1800">
                <a:solidFill>
                  <a:srgbClr val="262626"/>
                </a:solidFill>
              </a:defRPr>
            </a:lvl6pPr>
            <a:lvl7pPr>
              <a:lnSpc>
                <a:spcPct val="100000"/>
              </a:lnSpc>
              <a:spcAft>
                <a:spcPts val="400"/>
              </a:spcAft>
              <a:defRPr b="0" sz="1800">
                <a:solidFill>
                  <a:srgbClr val="262626"/>
                </a:solidFill>
              </a:defRPr>
            </a:lvl7pPr>
            <a:lvl8pPr>
              <a:lnSpc>
                <a:spcPct val="100000"/>
              </a:lnSpc>
              <a:spcAft>
                <a:spcPts val="400"/>
              </a:spcAft>
              <a:defRPr b="0" sz="1800">
                <a:solidFill>
                  <a:srgbClr val="262626"/>
                </a:solidFill>
              </a:defRPr>
            </a:lvl8pPr>
            <a:lvl9pPr>
              <a:lnSpc>
                <a:spcPct val="100000"/>
              </a:lnSpc>
              <a:spcAft>
                <a:spcPts val="400"/>
              </a:spcAft>
              <a:defRPr b="0" sz="1800">
                <a:solidFill>
                  <a:srgbClr val="262626"/>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6390005"/>
            <a:ext cx="2133600" cy="365125"/>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6390005"/>
            <a:ext cx="2895600" cy="365125"/>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6390005"/>
            <a:ext cx="2133600" cy="365125"/>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solidFill>
            <a:srgbClr val="ADD8E6"/>
          </a:solidFill>
        </p:spPr>
        <p:txBody>
          <a:bodyPr wrap="square" lIns="91440" rIns="91440" tIns="45720" bIns="45720">
            <a:normAutofit/>
          </a:bodyPr>
          <a:lstStyle/>
          <a:p>
            <a:pPr lvl="0" indent="0" marL="0">
              <a:buNone/>
            </a:pPr>
            <a:r>
              <a:rPr/>
              <a:t>Weekly Report</a:t>
            </a:r>
          </a:p>
        </p:txBody>
      </p:sp>
      <p:sp>
        <p:nvSpPr>
          <p:cNvPr id="3" name="Subtitle 2"/>
          <p:cNvSpPr>
            <a:spLocks noGrp="1"/>
          </p:cNvSpPr>
          <p:nvPr>
            <p:ph idx="1" type="subTitle"/>
          </p:nvPr>
        </p:nvSpPr>
        <p:spPr>
          <a:xfrm>
            <a:off x="1371600" y="3886200"/>
            <a:ext cx="6400800" cy="2435225"/>
          </a:xfrm>
        </p:spPr>
        <p:txBody>
          <a:bodyPr wrap="square" lIns="91440" rIns="91440" tIns="45720" bIns="45720">
            <a:normAutofit/>
          </a:bodyPr>
          <a:lstStyle/>
          <a:p>
            <a:pPr lvl="0" indent="0" marL="0">
              <a:buNone/>
            </a:pPr>
            <a:r>
              <a:rPr/>
              <a:t>2026/09/14</a:t>
            </a:r>
            <a:br/>
            <a:br/>
            <a:r>
              <a:rPr/>
              <a:t>Amir Fathi</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wrap="square" lIns="91440" rIns="91440" tIns="45720" bIns="45720">
            <a:normAutofit/>
          </a:bodyPr>
          <a:lstStyle/>
          <a:p>
            <a:pPr lvl="0" indent="0" marL="0">
              <a:buNone/>
            </a:pPr>
            <a:r>
              <a:rPr/>
              <a:t>Highlights</a:t>
            </a:r>
          </a:p>
        </p:txBody>
      </p:sp>
      <p:sp>
        <p:nvSpPr>
          <p:cNvPr id="3" name="Content Placeholder 2"/>
          <p:cNvSpPr>
            <a:spLocks noGrp="1"/>
          </p:cNvSpPr>
          <p:nvPr>
            <p:ph idx="1"/>
          </p:nvPr>
        </p:nvSpPr>
        <p:spPr/>
        <p:txBody>
          <a:bodyPr wrap="square" lIns="91440" rIns="91440" tIns="45720" bIns="45720">
            <a:normAutofit/>
          </a:bodyPr>
          <a:lstStyle/>
          <a:p>
            <a:pPr lvl="0"/>
            <a:r>
              <a:rPr/>
              <a:t>Highlights of this week:</a:t>
            </a:r>
          </a:p>
          <a:p>
            <a:pPr lvl="1" marL="676656" indent="-338328"/>
            <a:r>
              <a:rPr/>
              <a:t>Measured new SLBs with 50% BMP and TAT at 0.5 µM 500 FPS</a:t>
            </a:r>
          </a:p>
          <a:p>
            <a:pPr lvl="1" marL="676656" indent="-338328"/>
            <a:r>
              <a:rPr/>
              <a:t>FFT filtering Pipeline</a:t>
            </a:r>
          </a:p>
          <a:p>
            <a:pPr lvl="0"/>
            <a:r>
              <a:rPr/>
              <a:t>Next:</a:t>
            </a:r>
          </a:p>
          <a:p>
            <a:pPr lvl="1" marL="676656" indent="-338328"/>
            <a:r>
              <a:rPr/>
              <a:t>Process the new GNPs SPT data with the new pipline</a:t>
            </a:r>
          </a:p>
          <a:p>
            <a:pPr lvl="1" marL="676656" indent="-338328"/>
            <a:r>
              <a:rPr/>
              <a:t>Follow up withe fs-laser chiller problem</a:t>
            </a:r>
          </a:p>
          <a:p>
            <a:pPr lvl="1" marL="676656" indent="-338328"/>
            <a:r>
              <a:rPr/>
              <a:t>Do SPT with iSCAT for BMP 50% + TAT with higher concentration</a:t>
            </a:r>
          </a:p>
          <a:p>
            <a:pPr lvl="1" marL="676656" indent="-338328"/>
            <a:r>
              <a:rPr/>
              <a:t>Experiment with the idea of fringe suppression with z Stacking</a:t>
            </a:r>
          </a:p>
          <a:p>
            <a:pPr lvl="1" marL="676656" indent="-338328"/>
            <a:r>
              <a:rPr/>
              <a:t>As </a:t>
            </a:r>
            <a:r>
              <a:rPr i="1"/>
              <a:t>in</a:t>
            </a:r>
            <a:r>
              <a:rPr/>
              <a:t> domains show more confinement, find a way to quantify the confinement using gyration tensor, ergodicity analysis, transient confinement analysis, and other metrics</a:t>
            </a:r>
          </a:p>
          <a:p>
            <a:pPr lvl="1" marL="676656" indent="-338328"/>
            <a:r>
              <a:rPr/>
              <a:t>Do more experiments for phase separation</a:t>
            </a:r>
          </a:p>
          <a:p>
            <a:pPr lvl="1" marL="676656" indent="-338328"/>
            <a:r>
              <a:rPr/>
              <a:t>Find a way to calibrate confocal image with the iSCAT image</a:t>
            </a:r>
          </a:p>
          <a:p>
            <a:pPr lvl="1" marL="676656" indent="-338328"/>
            <a:r>
              <a:rPr/>
              <a:t>More simulation for the random phase mask to find the optimal parameters for the diffuser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a:solidFill>
            <a:srgbClr val="ADD8E6"/>
          </a:solidFill>
        </p:spPr>
        <p:txBody>
          <a:bodyPr wrap="square" lIns="91440" rIns="91440" tIns="45720" bIns="45720">
            <a:normAutofit/>
          </a:bodyPr>
          <a:lstStyle/>
          <a:p>
            <a:pPr lvl="0" indent="0" marL="0">
              <a:buNone/>
            </a:pPr>
            <a:r>
              <a:rPr/>
              <a:t>Background Correction Pipeline</a:t>
            </a:r>
          </a:p>
        </p:txBody>
      </p:sp>
      <p:sp>
        <p:nvSpPr>
          <p:cNvPr id="4" name="Text Placeholder 3"/>
          <p:cNvSpPr>
            <a:spLocks noGrp="1"/>
          </p:cNvSpPr>
          <p:nvPr>
            <p:ph idx="2" sz="half" type="body"/>
          </p:nvPr>
        </p:nvSpPr>
        <p:spPr/>
        <p:txBody>
          <a:bodyPr wrap="square" lIns="91440" rIns="91440" tIns="45720" bIns="45720">
            <a:normAutofit/>
          </a:bodyPr>
          <a:lstStyle/>
          <a:p>
            <a:pPr lvl="0" indent="0" marL="0">
              <a:buNone/>
            </a:pPr>
            <a:r>
              <a:rPr/>
              <a:t>I have developed a pipeline to correct the background in iSCAT images. This will be the first steps in preparing the images for SPT. The pipeline includes: 1. Spatial filtering to remove the background by a large Gaussian kernel. 2. Temporal filtering to remove the slow variation of the background frame to frame.</a:t>
            </a:r>
          </a:p>
        </p:txBody>
      </p:sp>
      <p:pic>
        <p:nvPicPr>
          <p:cNvPr descr="F:\Amir\OneDrive_Research\Research\Ian%20Liau\Weekly%20Reports\2026\2026.09.14%20(Amir%20Fathi%20-%20SLB%20500%20FPS%20Recording,%20FFT%20Filtering)\bg-remove-pipeline.png" id="0" name="Picture 1"/>
          <p:cNvPicPr>
            <a:picLocks noGrp="1" noChangeAspect="1"/>
          </p:cNvPicPr>
          <p:nvPr/>
        </p:nvPicPr>
        <p:blipFill>
          <a:blip r:embed="rId2"/>
          <a:stretch>
            <a:fillRect/>
          </a:stretch>
        </p:blipFill>
        <p:spPr bwMode="auto">
          <a:xfrm>
            <a:off x="457200" y="3670300"/>
            <a:ext cx="8229600" cy="1943100"/>
          </a:xfrm>
          <a:prstGeom prst="rect">
            <a:avLst/>
          </a:prstGeom>
          <a:noFill/>
          <a:ln w="9525">
            <a:noFill/>
            <a:headEnd/>
            <a:tailEnd/>
          </a:ln>
        </p:spPr>
      </p:pic>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a:solidFill>
            <a:srgbClr val="ADD8E6"/>
          </a:solidFill>
        </p:spPr>
        <p:txBody>
          <a:bodyPr wrap="square" lIns="91440" rIns="91440" tIns="45720" bIns="45720">
            <a:normAutofit/>
          </a:bodyPr>
          <a:lstStyle/>
          <a:p>
            <a:pPr lvl="0" indent="0" marL="0">
              <a:buNone/>
            </a:pPr>
            <a:r>
              <a:rPr/>
              <a:t>iSCAT image prepration for SPT</a:t>
            </a:r>
          </a:p>
        </p:txBody>
      </p:sp>
      <p:sp>
        <p:nvSpPr>
          <p:cNvPr id="4" name="Text Placeholder 3"/>
          <p:cNvSpPr>
            <a:spLocks noGrp="1"/>
          </p:cNvSpPr>
          <p:nvPr>
            <p:ph idx="2" sz="half" type="body"/>
          </p:nvPr>
        </p:nvSpPr>
        <p:spPr/>
        <p:txBody>
          <a:bodyPr wrap="square" lIns="91440" rIns="91440" tIns="45720" bIns="45720">
            <a:normAutofit/>
          </a:bodyPr>
          <a:lstStyle/>
          <a:p>
            <a:pPr lvl="0" indent="0" marL="0">
              <a:buNone/>
            </a:pPr>
            <a:r>
              <a:rPr/>
              <a:t>To track the GNPs in iSCAT without synchronized beam scanning, it is crucial to prepare the images before tracking. Three different filtering methods are used to prepare the images for tracking: 1. Spatial filtering to remove by a large Gaussian kernel to remove the background. 2. Temporal filtering to remove the slow variation of the background frame to frame. 3. FFT filtering to remove the fringes and other artifacts in the image at certain spatial frequencies.</a:t>
            </a:r>
          </a:p>
        </p:txBody>
      </p:sp>
      <p:pic>
        <p:nvPicPr>
          <p:cNvPr descr="F:\Amir\OneDrive_Research\Research\Ian%20Liau\Weekly%20Reports\2026\2026.09.07%20(Amir%20Fathi%20-%20Failed%20SLB,%20FFT%20Filtering)\fft-filtering.png" id="0" name="Picture 1"/>
          <p:cNvPicPr>
            <a:picLocks noGrp="1" noChangeAspect="1"/>
          </p:cNvPicPr>
          <p:nvPr/>
        </p:nvPicPr>
        <p:blipFill>
          <a:blip r:embed="rId2"/>
          <a:stretch>
            <a:fillRect/>
          </a:stretch>
        </p:blipFill>
        <p:spPr bwMode="auto">
          <a:xfrm>
            <a:off x="457200" y="3289300"/>
            <a:ext cx="8229600" cy="2730500"/>
          </a:xfrm>
          <a:prstGeom prst="rect">
            <a:avLst/>
          </a:prstGeom>
          <a:noFill/>
          <a:ln w="9525">
            <a:noFill/>
            <a:headEnd/>
            <a:tailEnd/>
          </a:ln>
        </p:spPr>
      </p:pic>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wrap="square" lIns="91440" rIns="91440" tIns="45720" bIns="45720">
            <a:normAutofit/>
          </a:bodyPr>
          <a:lstStyle/>
          <a:p>
            <a:pPr lvl="0" indent="0" marL="0">
              <a:buNone/>
            </a:pPr>
            <a:r>
              <a:rPr/>
              <a:t>FFT Frequency Selection</a:t>
            </a:r>
          </a:p>
        </p:txBody>
      </p:sp>
      <p:sp>
        <p:nvSpPr>
          <p:cNvPr id="3" name="Content Placeholder 2"/>
          <p:cNvSpPr>
            <a:spLocks noGrp="1"/>
          </p:cNvSpPr>
          <p:nvPr>
            <p:ph idx="1" sz="half"/>
          </p:nvPr>
        </p:nvSpPr>
        <p:spPr/>
        <p:txBody>
          <a:bodyPr wrap="square" lIns="91440" rIns="91440" tIns="45720" bIns="45720">
            <a:normAutofit/>
          </a:bodyPr>
          <a:lstStyle/>
          <a:p>
            <a:pPr lvl="0" indent="0" marL="0">
              <a:buNone/>
            </a:pPr>
            <a:r>
              <a:rPr/>
              <a:t>I have developed several filters for toroidal notch or toroidal pass-band, radial low-pass, and radial high-pass filters. I first visualize the FFT of the image and draw the desired frequency range to select the frequencies to be filtered. The radius can be used in the toroidal or radial filters in the image processing pipeline. I am still tweaking and tuning the parameters to find a good set of parameters for the filters. The FFT filtering should be consistent over the frames and ease the tracking of the GNPs in the iSCAT images.</a:t>
            </a:r>
          </a:p>
        </p:txBody>
      </p:sp>
      <p:pic>
        <p:nvPicPr>
          <p:cNvPr descr="F:\Amir\OneDrive_Research\Research\Ian%20Liau\Weekly%20Reports\2026\2026.09.14%20(Amir%20Fathi%20-%20SLB%20500%20FPS%20Recording,%20FFT%20Filtering)\fft-circles.png" id="0" name="Picture 1"/>
          <p:cNvPicPr>
            <a:picLocks noGrp="1" noChangeAspect="1"/>
          </p:cNvPicPr>
          <p:nvPr/>
        </p:nvPicPr>
        <p:blipFill>
          <a:blip r:embed="rId2"/>
          <a:stretch>
            <a:fillRect/>
          </a:stretch>
        </p:blipFill>
        <p:spPr bwMode="auto">
          <a:xfrm>
            <a:off x="4648200" y="1841500"/>
            <a:ext cx="4038600" cy="40386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a:solidFill>
            <a:srgbClr val="ADD8E6"/>
          </a:solidFill>
        </p:spPr>
        <p:txBody>
          <a:bodyPr wrap="square" lIns="91440" rIns="91440" tIns="45720" bIns="45720">
            <a:normAutofit/>
          </a:bodyPr>
          <a:lstStyle/>
          <a:p>
            <a:pPr lvl="0" indent="0" marL="0">
              <a:buNone/>
            </a:pPr>
            <a:r>
              <a:rPr/>
              <a:t>Toroidal Filter</a:t>
            </a:r>
          </a:p>
        </p:txBody>
      </p:sp>
      <p:sp>
        <p:nvSpPr>
          <p:cNvPr id="4" name="Text Placeholder 3"/>
          <p:cNvSpPr>
            <a:spLocks noGrp="1"/>
          </p:cNvSpPr>
          <p:nvPr>
            <p:ph idx="2" sz="half" type="body"/>
          </p:nvPr>
        </p:nvSpPr>
        <p:spPr/>
        <p:txBody>
          <a:bodyPr wrap="square" lIns="91440" rIns="91440" tIns="45720" bIns="45720">
            <a:normAutofit/>
          </a:bodyPr>
          <a:lstStyle/>
          <a:p>
            <a:pPr lvl="0" indent="0" marL="0">
              <a:buNone/>
            </a:pPr>
            <a:r>
              <a:rPr/>
              <a:t>I have shown here some results for different radius sets for the toroidal filter.</a:t>
            </a:r>
          </a:p>
        </p:txBody>
      </p:sp>
      <p:pic>
        <p:nvPicPr>
          <p:cNvPr descr="F:\Amir\OneDrive_Research\Research\Ian%20Liau\Weekly%20Reports\2026\2026.09.14%20(Amir%20Fathi%20-%20SLB%20500%20FPS%20Recording,%20FFT%20Filtering)\toroidal-filter.png" id="0" name="Picture 1"/>
          <p:cNvPicPr>
            <a:picLocks noGrp="1" noChangeAspect="1"/>
          </p:cNvPicPr>
          <p:nvPr/>
        </p:nvPicPr>
        <p:blipFill>
          <a:blip r:embed="rId2"/>
          <a:stretch>
            <a:fillRect/>
          </a:stretch>
        </p:blipFill>
        <p:spPr bwMode="auto">
          <a:xfrm>
            <a:off x="2006600" y="2984500"/>
            <a:ext cx="5118100" cy="33274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9"/>
            <a:ext cx="8229600" cy="1143000"/>
          </a:xfrm>
          <a:solidFill>
            <a:srgbClr val="ADD8E6"/>
          </a:solidFill>
        </p:spPr>
        <p:txBody>
          <a:bodyPr wrap="square" lIns="91440" rIns="91440" tIns="45720" bIns="45720">
            <a:normAutofit/>
          </a:bodyPr>
          <a:lstStyle/>
          <a:p>
            <a:pPr lvl="0" indent="0" marL="0">
              <a:buNone/>
            </a:pPr>
            <a:r>
              <a:rPr/>
              <a:t>Radial and Custom ROI Filter</a:t>
            </a:r>
          </a:p>
        </p:txBody>
      </p:sp>
      <p:sp>
        <p:nvSpPr>
          <p:cNvPr id="4" name="Text Placeholder 3"/>
          <p:cNvSpPr>
            <a:spLocks noGrp="1"/>
          </p:cNvSpPr>
          <p:nvPr>
            <p:ph idx="2" sz="half" type="body"/>
          </p:nvPr>
        </p:nvSpPr>
        <p:spPr/>
        <p:txBody>
          <a:bodyPr wrap="square" lIns="91440" rIns="91440" tIns="45720" bIns="45720">
            <a:normAutofit/>
          </a:bodyPr>
          <a:lstStyle/>
          <a:p>
            <a:pPr lvl="0" indent="0" marL="0">
              <a:buNone/>
            </a:pPr>
            <a:r>
              <a:rPr/>
              <a:t>I have also developed radial and custom ROI filters for the image processing pipeline. The custom ROI filter is useful for patterns that are not circular or toroidal. I have shown a typical use case where the custom ROI filter is used to remove horizontal and vertical fringes</a:t>
            </a:r>
          </a:p>
        </p:txBody>
      </p:sp>
      <p:pic>
        <p:nvPicPr>
          <p:cNvPr descr="F:\Amir\OneDrive_Research\Research\Ian%20Liau\Weekly%20Reports\2026\2026.09.14%20(Amir%20Fathi%20-%20SLB%20500%20FPS%20Recording,%20FFT%20Filtering)\low-high-custom-filter.png" id="0" name="Picture 1"/>
          <p:cNvPicPr>
            <a:picLocks noGrp="1" noChangeAspect="1"/>
          </p:cNvPicPr>
          <p:nvPr/>
        </p:nvPicPr>
        <p:blipFill>
          <a:blip r:embed="rId2"/>
          <a:stretch>
            <a:fillRect/>
          </a:stretch>
        </p:blipFill>
        <p:spPr bwMode="auto">
          <a:xfrm>
            <a:off x="457200" y="3683000"/>
            <a:ext cx="8229600" cy="19304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ADD8E6"/>
          </a:solidFill>
        </p:spPr>
        <p:txBody>
          <a:bodyPr wrap="square" lIns="91440" rIns="91440" tIns="45720" bIns="45720">
            <a:normAutofit/>
          </a:bodyPr>
          <a:lstStyle/>
          <a:p>
            <a:pPr lvl="0" indent="0" marL="0">
              <a:buNone/>
            </a:pPr>
            <a:r>
              <a:rPr/>
              <a:t>Meeting Summary</a:t>
            </a:r>
          </a:p>
        </p:txBody>
      </p:sp>
      <p:sp>
        <p:nvSpPr>
          <p:cNvPr id="3" name="Content Placeholder 2"/>
          <p:cNvSpPr>
            <a:spLocks noGrp="1"/>
          </p:cNvSpPr>
          <p:nvPr>
            <p:ph idx="1"/>
          </p:nvPr>
        </p:nvSpPr>
        <p:spPr/>
        <p:txBody>
          <a:bodyPr wrap="square" lIns="91440" rIns="91440" tIns="45720" bIns="45720">
            <a:normAutofit/>
          </a:bodyPr>
          <a:lstStyle/>
          <a:p>
            <a:pPr lvl="0" indent="0" marL="0">
              <a:spcBef>
                <a:spcPts val="3000"/>
              </a:spcBef>
              <a:buNone/>
            </a:pPr>
            <a:r>
              <a:rPr b="1"/>
              <a:t>Paul</a:t>
            </a:r>
          </a:p>
          <a:p>
            <a:pPr lvl="0"/>
            <a:r>
              <a:rPr/>
              <a:t>Paul repeated the TAT affinity experiment and the data analysis is ongoing.</a:t>
            </a:r>
          </a:p>
          <a:p>
            <a:pPr lvl="0"/>
            <a:r>
              <a:rPr/>
              <a:t>He is also working on to improve his python script to address the large population of trajectories with α very close to zero.</a:t>
            </a:r>
          </a:p>
          <a:p>
            <a:pPr lvl="0"/>
            <a:r>
              <a:rPr/>
              <a:t>Additionally, he found an issue where the fitting results did not consider the missed frames during tracking. He is working on a solution to address this issue.</a:t>
            </a:r>
          </a:p>
          <a:p>
            <a:pPr lvl="0"/>
            <a:r>
              <a:rPr/>
              <a:t>We also discussed the short-lived τ values (20-50 ms) being very close to the frame duration (20 ms) and how to address this issue. One solution is to fit the data in two steps for the two time constants.</a:t>
            </a:r>
          </a:p>
          <a:p>
            <a:pPr lvl="0" indent="0" marL="0">
              <a:spcBef>
                <a:spcPts val="3000"/>
              </a:spcBef>
              <a:buNone/>
            </a:pPr>
            <a:r>
              <a:rPr b="1"/>
              <a:t>Tony</a:t>
            </a:r>
          </a:p>
          <a:p>
            <a:pPr lvl="0"/>
            <a:r>
              <a:rPr/>
              <a:t>Tony finished measuring and analysis of TAT-B and TAT-R with domain coverage around 1%.</a:t>
            </a:r>
          </a:p>
          <a:p>
            <a:pPr lvl="0"/>
            <a:r>
              <a:rPr/>
              <a:t>He also measures domains dynamics over time (for two hours) and will be reported after analyzing the data.</a:t>
            </a:r>
          </a:p>
          <a:p>
            <a:pPr lvl="0" indent="0" marL="0">
              <a:spcBef>
                <a:spcPts val="3000"/>
              </a:spcBef>
              <a:buNone/>
            </a:pPr>
            <a:r>
              <a:rPr b="1"/>
              <a:t>Peggy</a:t>
            </a:r>
          </a:p>
          <a:p>
            <a:pPr lvl="0"/>
            <a:r>
              <a:rPr/>
              <a:t>Peggy developed the assay to mark the LNPs and the proteins and quantify the coronation with flow cytometry. There is a cross-talk between the two fluorophore markers due to energy transfer. Maybe this can be addressed by some experimental calibration for low to high coronation strategy before comparing the two LNP groups.</a:t>
            </a:r>
          </a:p>
          <a:p>
            <a:pPr lvl="0" indent="0" marL="0">
              <a:spcBef>
                <a:spcPts val="3000"/>
              </a:spcBef>
              <a:buNone/>
            </a:pPr>
            <a:r>
              <a:rPr b="1"/>
              <a:t>Andrew</a:t>
            </a:r>
          </a:p>
          <a:p>
            <a:pPr lvl="0"/>
            <a:r>
              <a:rPr/>
              <a:t>Andrew repeated the experiment with TAT-6+ with Atto488-DOPE and Bodipy-DOPC markers. In both cases, in contrast to earlier experiments from Paul and Tony, the TAT-6+ shows domain formation.</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ndara"/>
        <a:ea typeface="Candara"/>
        <a:cs typeface="Candara"/>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ndara"/>
        <a:ea typeface="Candara"/>
        <a:cs typeface="Candara"/>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dc:title>
  <dc:creator>Amir Fathi</dc:creator>
  <cp:keywords/>
  <dcterms:created xsi:type="dcterms:W3CDTF">2026-09-11T10:07:50Z</dcterms:created>
  <dcterms:modified xsi:type="dcterms:W3CDTF">2026-09-11T10:07:50Z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header-includes">
    <vt:lpwstr/>
  </property>
  <property fmtid="{D5CDD505-2E9C-101B-9397-08002B2CF9AE}" pid="6" name="include-after">
    <vt:lpwstr/>
  </property>
  <property fmtid="{D5CDD505-2E9C-101B-9397-08002B2CF9AE}" pid="7" name="include-before">
    <vt:lpwstr/>
  </property>
  <property fmtid="{D5CDD505-2E9C-101B-9397-08002B2CF9AE}" pid="8" name="labels">
    <vt:lpwstr/>
  </property>
  <property fmtid="{D5CDD505-2E9C-101B-9397-08002B2CF9AE}" pid="9" name="math-config">
    <vt:lpwstr/>
  </property>
  <property fmtid="{D5CDD505-2E9C-101B-9397-08002B2CF9AE}" pid="10" name="subtitle">
    <vt:lpwstr>2026/09/14</vt:lpwstr>
  </property>
  <property fmtid="{D5CDD505-2E9C-101B-9397-08002B2CF9AE}" pid="11" name="toc-title">
    <vt:lpwstr>Table of contents</vt:lpwstr>
  </property>
</Properties>
</file>