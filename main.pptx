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F8B1A6E-4C7E-4A9A-9E3B-1234567890AB}">
  <a:tblStyle styleId="{8F8B1A6E-4C7E-4A9A-9E3B-1234567890AB}" styleName="Simple Grid">
    <a:wholeTbl>
      <a:tcTxStyle>
        <a:fontRef idx="minor">
          <a:schemeClr val="tx1"/>
        </a:fontRef>
        <a:schemeClr val="tx1"/>
      </a:tcTxStyle>
      <a:tcStyle>
        <a:tcBdr>
          <a:left>
            <a:ln w="6350">
              <a:solidFill>
                <a:schemeClr val="tx1"/>
              </a:solidFill>
            </a:ln>
          </a:left>
          <a:right>
            <a:ln w="6350">
              <a:solidFill>
                <a:schemeClr val="tx1"/>
              </a:solidFill>
            </a:ln>
          </a:right>
          <a:top>
            <a:ln w="6350">
              <a:solidFill>
                <a:schemeClr val="tx1"/>
              </a:solidFill>
            </a:ln>
          </a:top>
          <a:bottom>
            <a:ln w="6350">
              <a:solidFill>
                <a:schemeClr val="tx1"/>
              </a:solidFill>
            </a:ln>
          </a:bottom>
          <a:insideH>
            <a:ln w="6350">
              <a:solidFill>
                <a:schemeClr val="tx1"/>
              </a:solidFill>
            </a:ln>
          </a:insideH>
          <a:insideV>
            <a:ln w="6350">
              <a:solidFill>
                <a:schemeClr val="tx1"/>
              </a:solidFill>
            </a:ln>
          </a:insideV>
        </a:tcBdr>
      </a:tcStyle>
    </a:wholeTbl>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Subtitle 2"/>
          <p:cNvSpPr>
            <a:spLocks noGrp="1"/>
          </p:cNvSpPr>
          <p:nvPr>
            <p:ph type="subTitle" idx="1"/>
          </p:nvPr>
        </p:nvSpPr>
        <p:spPr>
          <a:xfrm>
            <a:off x="1371600" y="3886200"/>
            <a:ext cx="6400800" cy="2435225"/>
          </a:xfrm>
        </p:spPr>
        <p:txBody>
          <a:bodyPr anchor="ctr" lIns="91440" rIns="91440" tIns="45720" bIns="45720"/>
          <a:lstStyle>
            <a:lvl1pPr marL="0" indent="0" algn="ctr">
              <a:buNone/>
              <a:defRPr sz="2000" b="0">
                <a:solidFill>
                  <a:srgbClr val="262626"/>
                </a:solidFill>
              </a:defRPr>
            </a:lvl1pPr>
            <a:lvl2pPr marL="342900" indent="0" algn="ctr">
              <a:buNone/>
              <a:defRPr sz="2000" b="0">
                <a:solidFill>
                  <a:srgbClr val="262626"/>
                </a:solidFill>
              </a:defRPr>
            </a:lvl2pPr>
            <a:lvl3pPr marL="685800" indent="0" algn="ctr">
              <a:buNone/>
              <a:defRPr sz="2000" b="0">
                <a:solidFill>
                  <a:srgbClr val="262626"/>
                </a:solidFill>
              </a:defRPr>
            </a:lvl3pPr>
            <a:lvl4pPr marL="1028700" indent="0" algn="ctr">
              <a:buNone/>
              <a:defRPr sz="2000" b="0">
                <a:solidFill>
                  <a:srgbClr val="262626"/>
                </a:solidFill>
              </a:defRPr>
            </a:lvl4pPr>
            <a:lvl5pPr marL="1371600" indent="0" algn="ctr">
              <a:buNone/>
              <a:defRPr sz="2000" b="0">
                <a:solidFill>
                  <a:srgbClr val="262626"/>
                </a:solidFill>
              </a:defRPr>
            </a:lvl5pPr>
            <a:lvl6pPr marL="1714500" indent="0" algn="ctr">
              <a:buNone/>
              <a:defRPr sz="2000" b="0">
                <a:solidFill>
                  <a:srgbClr val="262626"/>
                </a:solidFill>
              </a:defRPr>
            </a:lvl6pPr>
            <a:lvl7pPr marL="2057400" indent="0" algn="ctr">
              <a:buNone/>
              <a:defRPr sz="2000" b="0">
                <a:solidFill>
                  <a:srgbClr val="262626"/>
                </a:solidFill>
              </a:defRPr>
            </a:lvl7pPr>
            <a:lvl8pPr marL="2400300" indent="0" algn="ctr">
              <a:buNone/>
              <a:defRPr sz="2000" b="0">
                <a:solidFill>
                  <a:srgbClr val="262626"/>
                </a:solidFill>
              </a:defRPr>
            </a:lvl8pPr>
            <a:lvl9pPr marL="2743200" indent="0" algn="ctr">
              <a:buNone/>
              <a:defRPr sz="2000" b="0">
                <a:solidFill>
                  <a:srgbClr val="262626"/>
                </a:solidFill>
              </a:defRPr>
            </a:lvl9pPr>
          </a:lstStyle>
          <a:p>
            <a:r>
              <a:rPr lang="en-US"/>
              <a:t>Click to edit Master subtitle style</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a:solidFill>
            <a:srgbClr val="ADD8E6"/>
          </a:solidFill>
        </p:spPr>
        <p:txBody>
          <a:bodyPr anchor="ctr" lIns="91440" rIns="91440" tIns="45720" bIns="45720"/>
          <a:lstStyle>
            <a:lvl1pPr algn="ctr">
              <a:defRPr sz="2800" b="0" cap="all">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722313" y="2906713"/>
            <a:ext cx="7772400" cy="3414712"/>
          </a:xfrm>
        </p:spPr>
        <p:txBody>
          <a:bodyPr anchor="ctr" lIns="91440" rIns="91440" tIns="45720" bIns="45720"/>
          <a:lstStyle>
            <a:lvl1pPr marL="338328" indent="-338328" algn="l">
              <a:lnSpc>
                <a:spcPct val="100000"/>
              </a:lnSpc>
              <a:spcAft>
                <a:spcPts val="400"/>
              </a:spcAft>
              <a:buNone/>
              <a:defRPr sz="1800" b="0">
                <a:solidFill>
                  <a:srgbClr val="262626"/>
                </a:solidFill>
              </a:defRPr>
            </a:lvl1pPr>
            <a:lvl2pPr marL="338328" indent="-338328">
              <a:lnSpc>
                <a:spcPct val="100000"/>
              </a:lnSpc>
              <a:spcAft>
                <a:spcPts val="400"/>
              </a:spcAft>
              <a:buNone/>
              <a:defRPr sz="1800" b="0">
                <a:solidFill>
                  <a:srgbClr val="262626"/>
                </a:solidFill>
              </a:defRPr>
            </a:lvl2pPr>
            <a:lvl3pPr marL="338328" indent="-338328">
              <a:lnSpc>
                <a:spcPct val="100000"/>
              </a:lnSpc>
              <a:spcAft>
                <a:spcPts val="400"/>
              </a:spcAft>
              <a:buNone/>
              <a:defRPr sz="1800" b="0">
                <a:solidFill>
                  <a:srgbClr val="262626"/>
                </a:solidFill>
              </a:defRPr>
            </a:lvl3pPr>
            <a:lvl4pPr marL="338328" indent="-338328">
              <a:lnSpc>
                <a:spcPct val="100000"/>
              </a:lnSpc>
              <a:spcAft>
                <a:spcPts val="400"/>
              </a:spcAft>
              <a:buNone/>
              <a:defRPr sz="1800" b="0">
                <a:solidFill>
                  <a:srgbClr val="262626"/>
                </a:solidFill>
              </a:defRPr>
            </a:lvl4pPr>
            <a:lvl5pPr marL="338328" indent="-338328">
              <a:lnSpc>
                <a:spcPct val="100000"/>
              </a:lnSpc>
              <a:spcAft>
                <a:spcPts val="400"/>
              </a:spcAft>
              <a:buNone/>
              <a:defRPr sz="1800" b="0">
                <a:solidFill>
                  <a:srgbClr val="262626"/>
                </a:solidFill>
              </a:defRPr>
            </a:lvl5pPr>
            <a:lvl6pPr marL="338328" indent="-338328">
              <a:lnSpc>
                <a:spcPct val="100000"/>
              </a:lnSpc>
              <a:spcAft>
                <a:spcPts val="400"/>
              </a:spcAft>
              <a:buNone/>
              <a:defRPr sz="1800" b="0">
                <a:solidFill>
                  <a:srgbClr val="262626"/>
                </a:solidFill>
              </a:defRPr>
            </a:lvl6pPr>
            <a:lvl7pPr marL="338328" indent="-338328">
              <a:lnSpc>
                <a:spcPct val="100000"/>
              </a:lnSpc>
              <a:spcAft>
                <a:spcPts val="400"/>
              </a:spcAft>
              <a:buNone/>
              <a:defRPr sz="1800" b="0">
                <a:solidFill>
                  <a:srgbClr val="262626"/>
                </a:solidFill>
              </a:defRPr>
            </a:lvl7pPr>
            <a:lvl8pPr marL="338328" indent="-338328">
              <a:lnSpc>
                <a:spcPct val="100000"/>
              </a:lnSpc>
              <a:spcAft>
                <a:spcPts val="400"/>
              </a:spcAft>
              <a:buNone/>
              <a:defRPr sz="1800" b="0">
                <a:solidFill>
                  <a:srgbClr val="262626"/>
                </a:solidFill>
              </a:defRPr>
            </a:lvl8pPr>
            <a:lvl9pPr marL="338328" indent="-338328">
              <a:lnSpc>
                <a:spcPct val="100000"/>
              </a:lnSpc>
              <a:spcAft>
                <a:spcPts val="400"/>
              </a:spcAft>
              <a:buNone/>
              <a:defRPr sz="1800" b="0">
                <a:solidFill>
                  <a:srgbClr val="262626"/>
                </a:solidFill>
              </a:defRPr>
            </a:lvl9pPr>
          </a:lstStyle>
          <a:p>
            <a:pPr lvl="0"/>
            <a:r>
              <a:rPr lang="en-US"/>
              <a:t>Click to edit Master text styles</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457200" y="1535113"/>
            <a:ext cx="4040188" cy="4786312"/>
          </a:xfrm>
        </p:spPr>
        <p:txBody>
          <a:bodyPr anchor="ctr" lIns="91440" rIns="91440" tIns="45720" bIns="45720"/>
          <a:lstStyle>
            <a:lvl1pPr marL="338328" indent="-338328" algn="l">
              <a:lnSpc>
                <a:spcPct val="100000"/>
              </a:lnSpc>
              <a:spcAft>
                <a:spcPts val="400"/>
              </a:spcAft>
              <a:buNone/>
              <a:defRPr sz="1800" b="0">
                <a:solidFill>
                  <a:srgbClr val="262626"/>
                </a:solidFill>
              </a:defRPr>
            </a:lvl1pPr>
            <a:lvl2pPr marL="338328" indent="-338328">
              <a:lnSpc>
                <a:spcPct val="100000"/>
              </a:lnSpc>
              <a:spcAft>
                <a:spcPts val="400"/>
              </a:spcAft>
              <a:buNone/>
              <a:defRPr sz="1800" b="0">
                <a:solidFill>
                  <a:srgbClr val="262626"/>
                </a:solidFill>
              </a:defRPr>
            </a:lvl2pPr>
            <a:lvl3pPr marL="338328" indent="-338328">
              <a:lnSpc>
                <a:spcPct val="100000"/>
              </a:lnSpc>
              <a:spcAft>
                <a:spcPts val="400"/>
              </a:spcAft>
              <a:buNone/>
              <a:defRPr sz="1800" b="0">
                <a:solidFill>
                  <a:srgbClr val="262626"/>
                </a:solidFill>
              </a:defRPr>
            </a:lvl3pPr>
            <a:lvl4pPr marL="338328" indent="-338328">
              <a:lnSpc>
                <a:spcPct val="100000"/>
              </a:lnSpc>
              <a:spcAft>
                <a:spcPts val="400"/>
              </a:spcAft>
              <a:buNone/>
              <a:defRPr sz="1800" b="0">
                <a:solidFill>
                  <a:srgbClr val="262626"/>
                </a:solidFill>
              </a:defRPr>
            </a:lvl4pPr>
            <a:lvl5pPr marL="338328" indent="-338328">
              <a:lnSpc>
                <a:spcPct val="100000"/>
              </a:lnSpc>
              <a:spcAft>
                <a:spcPts val="400"/>
              </a:spcAft>
              <a:buNone/>
              <a:defRPr sz="1800" b="0">
                <a:solidFill>
                  <a:srgbClr val="262626"/>
                </a:solidFill>
              </a:defRPr>
            </a:lvl5pPr>
            <a:lvl6pPr marL="338328" indent="-338328">
              <a:lnSpc>
                <a:spcPct val="100000"/>
              </a:lnSpc>
              <a:spcAft>
                <a:spcPts val="400"/>
              </a:spcAft>
              <a:buNone/>
              <a:defRPr sz="1800" b="0">
                <a:solidFill>
                  <a:srgbClr val="262626"/>
                </a:solidFill>
              </a:defRPr>
            </a:lvl6pPr>
            <a:lvl7pPr marL="338328" indent="-338328">
              <a:lnSpc>
                <a:spcPct val="100000"/>
              </a:lnSpc>
              <a:spcAft>
                <a:spcPts val="400"/>
              </a:spcAft>
              <a:buNone/>
              <a:defRPr sz="1800" b="0">
                <a:solidFill>
                  <a:srgbClr val="262626"/>
                </a:solidFill>
              </a:defRPr>
            </a:lvl7pPr>
            <a:lvl8pPr marL="338328" indent="-338328">
              <a:lnSpc>
                <a:spcPct val="100000"/>
              </a:lnSpc>
              <a:spcAft>
                <a:spcPts val="400"/>
              </a:spcAft>
              <a:buNone/>
              <a:defRPr sz="1800" b="0">
                <a:solidFill>
                  <a:srgbClr val="262626"/>
                </a:solidFill>
              </a:defRPr>
            </a:lvl8pPr>
            <a:lvl9pPr marL="338328" indent="-338328">
              <a:lnSpc>
                <a:spcPct val="100000"/>
              </a:lnSpc>
              <a:spcAft>
                <a:spcPts val="400"/>
              </a:spcAft>
              <a:buNone/>
              <a:defRPr sz="1800" b="0">
                <a:solidFill>
                  <a:srgbClr val="262626"/>
                </a:solidFill>
              </a:defRPr>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4786312"/>
          </a:xfrm>
        </p:spPr>
        <p:txBody>
          <a:bodyPr anchor="ctr" lIns="91440" rIns="91440" tIns="45720" bIns="45720"/>
          <a:lstStyle>
            <a:lvl1pPr marL="338328" indent="-338328" algn="l">
              <a:lnSpc>
                <a:spcPct val="100000"/>
              </a:lnSpc>
              <a:spcAft>
                <a:spcPts val="400"/>
              </a:spcAft>
              <a:buNone/>
              <a:defRPr sz="1800" b="0">
                <a:solidFill>
                  <a:srgbClr val="262626"/>
                </a:solidFill>
              </a:defRPr>
            </a:lvl1pPr>
            <a:lvl2pPr marL="338328" indent="-338328">
              <a:lnSpc>
                <a:spcPct val="100000"/>
              </a:lnSpc>
              <a:spcAft>
                <a:spcPts val="400"/>
              </a:spcAft>
              <a:buNone/>
              <a:defRPr sz="1800" b="0">
                <a:solidFill>
                  <a:srgbClr val="262626"/>
                </a:solidFill>
              </a:defRPr>
            </a:lvl2pPr>
            <a:lvl3pPr marL="338328" indent="-338328">
              <a:lnSpc>
                <a:spcPct val="100000"/>
              </a:lnSpc>
              <a:spcAft>
                <a:spcPts val="400"/>
              </a:spcAft>
              <a:buNone/>
              <a:defRPr sz="1800" b="0">
                <a:solidFill>
                  <a:srgbClr val="262626"/>
                </a:solidFill>
              </a:defRPr>
            </a:lvl3pPr>
            <a:lvl4pPr marL="338328" indent="-338328">
              <a:lnSpc>
                <a:spcPct val="100000"/>
              </a:lnSpc>
              <a:spcAft>
                <a:spcPts val="400"/>
              </a:spcAft>
              <a:buNone/>
              <a:defRPr sz="1800" b="0">
                <a:solidFill>
                  <a:srgbClr val="262626"/>
                </a:solidFill>
              </a:defRPr>
            </a:lvl4pPr>
            <a:lvl5pPr marL="338328" indent="-338328">
              <a:lnSpc>
                <a:spcPct val="100000"/>
              </a:lnSpc>
              <a:spcAft>
                <a:spcPts val="400"/>
              </a:spcAft>
              <a:buNone/>
              <a:defRPr sz="1800" b="0">
                <a:solidFill>
                  <a:srgbClr val="262626"/>
                </a:solidFill>
              </a:defRPr>
            </a:lvl5pPr>
            <a:lvl6pPr marL="338328" indent="-338328">
              <a:lnSpc>
                <a:spcPct val="100000"/>
              </a:lnSpc>
              <a:spcAft>
                <a:spcPts val="400"/>
              </a:spcAft>
              <a:buNone/>
              <a:defRPr sz="1800" b="0">
                <a:solidFill>
                  <a:srgbClr val="262626"/>
                </a:solidFill>
              </a:defRPr>
            </a:lvl6pPr>
            <a:lvl7pPr marL="338328" indent="-338328">
              <a:lnSpc>
                <a:spcPct val="100000"/>
              </a:lnSpc>
              <a:spcAft>
                <a:spcPts val="400"/>
              </a:spcAft>
              <a:buNone/>
              <a:defRPr sz="1800" b="0">
                <a:solidFill>
                  <a:srgbClr val="262626"/>
                </a:solidFill>
              </a:defRPr>
            </a:lvl7pPr>
            <a:lvl8pPr marL="338328" indent="-338328">
              <a:lnSpc>
                <a:spcPct val="100000"/>
              </a:lnSpc>
              <a:spcAft>
                <a:spcPts val="400"/>
              </a:spcAft>
              <a:buNone/>
              <a:defRPr sz="1800" b="0">
                <a:solidFill>
                  <a:srgbClr val="262626"/>
                </a:solidFill>
              </a:defRPr>
            </a:lvl8pPr>
            <a:lvl9pPr marL="338328" indent="-338328">
              <a:lnSpc>
                <a:spcPct val="100000"/>
              </a:lnSpc>
              <a:spcAft>
                <a:spcPts val="400"/>
              </a:spcAft>
              <a:buNone/>
              <a:defRPr sz="1800" b="0">
                <a:solidFill>
                  <a:srgbClr val="262626"/>
                </a:solidFill>
              </a:defRPr>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nchor="ctr" lIns="91440" rIns="91440" tIns="45720" bIns="45720"/>
          <a:lstStyle/>
          <a:p>
            <a:endParaRPr lang="en-US"/>
          </a:p>
        </p:txBody>
      </p:sp>
      <p:sp>
        <p:nvSpPr>
          <p:cNvPr id="9" name="Slide Number Placeholder 8"/>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Date Placeholder 2"/>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nchor="ctr" lIns="91440" rIns="91440" tIns="45720" bIns="45720"/>
          <a:lstStyle/>
          <a:p>
            <a:endParaRPr lang="en-US"/>
          </a:p>
        </p:txBody>
      </p:sp>
      <p:sp>
        <p:nvSpPr>
          <p:cNvPr id="5" name="Slide Number Placeholder 4"/>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nchor="ctr" lIns="91440" rIns="91440" tIns="45720" bIns="45720"/>
          <a:lstStyle/>
          <a:p>
            <a:endParaRPr lang="en-US"/>
          </a:p>
        </p:txBody>
      </p:sp>
      <p:sp>
        <p:nvSpPr>
          <p:cNvPr id="4" name="Slide Number Placeholder 3"/>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a:xfrm>
            <a:off x="457200" y="2990723"/>
            <a:ext cx="8229600" cy="3330702"/>
          </a:xfrm>
        </p:spPr>
        <p:txBody>
          <a:bodyPr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600201"/>
            <a:ext cx="8229600" cy="1321942"/>
          </a:xfrm>
        </p:spPr>
        <p:txBody>
          <a:bodyPr anchor="ctr" lIns="91440" rIns="91440" tIns="45720" bIns="45720"/>
          <a:lstStyle>
            <a:lvl1pPr marL="338328" indent="-338328" algn="l">
              <a:lnSpc>
                <a:spcPct val="100000"/>
              </a:lnSpc>
              <a:spcAft>
                <a:spcPts val="400"/>
              </a:spcAft>
              <a:buNone/>
              <a:defRPr sz="1800" b="0">
                <a:solidFill>
                  <a:srgbClr val="262626"/>
                </a:solidFill>
              </a:defRPr>
            </a:lvl1pPr>
            <a:lvl2pPr marL="338328" indent="-338328">
              <a:lnSpc>
                <a:spcPct val="100000"/>
              </a:lnSpc>
              <a:spcAft>
                <a:spcPts val="400"/>
              </a:spcAft>
              <a:buNone/>
              <a:defRPr sz="1800" b="0">
                <a:solidFill>
                  <a:srgbClr val="262626"/>
                </a:solidFill>
              </a:defRPr>
            </a:lvl2pPr>
            <a:lvl3pPr marL="338328" indent="-338328">
              <a:lnSpc>
                <a:spcPct val="100000"/>
              </a:lnSpc>
              <a:spcAft>
                <a:spcPts val="400"/>
              </a:spcAft>
              <a:buNone/>
              <a:defRPr sz="1800" b="0">
                <a:solidFill>
                  <a:srgbClr val="262626"/>
                </a:solidFill>
              </a:defRPr>
            </a:lvl3pPr>
            <a:lvl4pPr marL="338328" indent="-338328">
              <a:lnSpc>
                <a:spcPct val="100000"/>
              </a:lnSpc>
              <a:spcAft>
                <a:spcPts val="400"/>
              </a:spcAft>
              <a:buNone/>
              <a:defRPr sz="1800" b="0">
                <a:solidFill>
                  <a:srgbClr val="262626"/>
                </a:solidFill>
              </a:defRPr>
            </a:lvl4pPr>
            <a:lvl5pPr marL="338328" indent="-338328">
              <a:lnSpc>
                <a:spcPct val="100000"/>
              </a:lnSpc>
              <a:spcAft>
                <a:spcPts val="400"/>
              </a:spcAft>
              <a:buNone/>
              <a:defRPr sz="1800" b="0">
                <a:solidFill>
                  <a:srgbClr val="262626"/>
                </a:solidFill>
              </a:defRPr>
            </a:lvl5pPr>
            <a:lvl6pPr marL="338328" indent="-338328">
              <a:lnSpc>
                <a:spcPct val="100000"/>
              </a:lnSpc>
              <a:spcAft>
                <a:spcPts val="400"/>
              </a:spcAft>
              <a:buNone/>
              <a:defRPr sz="1800" b="0">
                <a:solidFill>
                  <a:srgbClr val="262626"/>
                </a:solidFill>
              </a:defRPr>
            </a:lvl6pPr>
            <a:lvl7pPr marL="338328" indent="-338328">
              <a:lnSpc>
                <a:spcPct val="100000"/>
              </a:lnSpc>
              <a:spcAft>
                <a:spcPts val="400"/>
              </a:spcAft>
              <a:buNone/>
              <a:defRPr sz="1800" b="0">
                <a:solidFill>
                  <a:srgbClr val="262626"/>
                </a:solidFill>
              </a:defRPr>
            </a:lvl7pPr>
            <a:lvl8pPr marL="338328" indent="-338328">
              <a:lnSpc>
                <a:spcPct val="100000"/>
              </a:lnSpc>
              <a:spcAft>
                <a:spcPts val="400"/>
              </a:spcAft>
              <a:buNone/>
              <a:defRPr sz="1800" b="0">
                <a:solidFill>
                  <a:srgbClr val="262626"/>
                </a:solidFill>
              </a:defRPr>
            </a:lvl8pPr>
            <a:lvl9pPr marL="338328" indent="-338328">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nchor="ctr" lIns="91440" rIns="91440" tIns="45720" bIns="45720"/>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5367337"/>
            <a:ext cx="5486400" cy="954088"/>
          </a:xfrm>
        </p:spPr>
        <p:txBody>
          <a:bodyPr anchor="ctr" lIns="91440" rIns="91440" tIns="45720" bIns="45720"/>
          <a:lstStyle>
            <a:lvl1pPr marL="338328" indent="-338328" algn="l">
              <a:lnSpc>
                <a:spcPct val="100000"/>
              </a:lnSpc>
              <a:spcAft>
                <a:spcPts val="400"/>
              </a:spcAft>
              <a:buNone/>
              <a:defRPr sz="1800" b="0">
                <a:solidFill>
                  <a:srgbClr val="262626"/>
                </a:solidFill>
              </a:defRPr>
            </a:lvl1pPr>
            <a:lvl2pPr marL="338328" indent="-338328">
              <a:lnSpc>
                <a:spcPct val="100000"/>
              </a:lnSpc>
              <a:spcAft>
                <a:spcPts val="400"/>
              </a:spcAft>
              <a:buNone/>
              <a:defRPr sz="1800" b="0">
                <a:solidFill>
                  <a:srgbClr val="262626"/>
                </a:solidFill>
              </a:defRPr>
            </a:lvl2pPr>
            <a:lvl3pPr marL="338328" indent="-338328">
              <a:lnSpc>
                <a:spcPct val="100000"/>
              </a:lnSpc>
              <a:spcAft>
                <a:spcPts val="400"/>
              </a:spcAft>
              <a:buNone/>
              <a:defRPr sz="1800" b="0">
                <a:solidFill>
                  <a:srgbClr val="262626"/>
                </a:solidFill>
              </a:defRPr>
            </a:lvl3pPr>
            <a:lvl4pPr marL="338328" indent="-338328">
              <a:lnSpc>
                <a:spcPct val="100000"/>
              </a:lnSpc>
              <a:spcAft>
                <a:spcPts val="400"/>
              </a:spcAft>
              <a:buNone/>
              <a:defRPr sz="1800" b="0">
                <a:solidFill>
                  <a:srgbClr val="262626"/>
                </a:solidFill>
              </a:defRPr>
            </a:lvl4pPr>
            <a:lvl5pPr marL="338328" indent="-338328">
              <a:lnSpc>
                <a:spcPct val="100000"/>
              </a:lnSpc>
              <a:spcAft>
                <a:spcPts val="400"/>
              </a:spcAft>
              <a:buNone/>
              <a:defRPr sz="1800" b="0">
                <a:solidFill>
                  <a:srgbClr val="262626"/>
                </a:solidFill>
              </a:defRPr>
            </a:lvl5pPr>
            <a:lvl6pPr marL="338328" indent="-338328">
              <a:lnSpc>
                <a:spcPct val="100000"/>
              </a:lnSpc>
              <a:spcAft>
                <a:spcPts val="400"/>
              </a:spcAft>
              <a:buNone/>
              <a:defRPr sz="1800" b="0">
                <a:solidFill>
                  <a:srgbClr val="262626"/>
                </a:solidFill>
              </a:defRPr>
            </a:lvl6pPr>
            <a:lvl7pPr marL="338328" indent="-338328">
              <a:lnSpc>
                <a:spcPct val="100000"/>
              </a:lnSpc>
              <a:spcAft>
                <a:spcPts val="400"/>
              </a:spcAft>
              <a:buNone/>
              <a:defRPr sz="1800" b="0">
                <a:solidFill>
                  <a:srgbClr val="262626"/>
                </a:solidFill>
              </a:defRPr>
            </a:lvl7pPr>
            <a:lvl8pPr marL="338328" indent="-338328">
              <a:lnSpc>
                <a:spcPct val="100000"/>
              </a:lnSpc>
              <a:spcAft>
                <a:spcPts val="400"/>
              </a:spcAft>
              <a:buNone/>
              <a:defRPr sz="1800" b="0">
                <a:solidFill>
                  <a:srgbClr val="262626"/>
                </a:solidFill>
              </a:defRPr>
            </a:lvl8pPr>
            <a:lvl9pPr marL="338328" indent="-338328">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p:txBody>
          <a:bodyPr vert="eaVert"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a:solidFill>
            <a:srgbClr val="ADD8E6"/>
          </a:solidFill>
        </p:spPr>
        <p:txBody>
          <a:bodyPr vert="eaVert"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a:xfrm>
            <a:off x="457200" y="274639"/>
            <a:ext cx="6019800" cy="6046786"/>
          </a:xfrm>
        </p:spPr>
        <p:txBody>
          <a:bodyPr vert="eaVert" anchor="ctr" lIns="91440" rIns="91440" tIns="45720" bIns="45720"/>
          <a:lstStyle>
            <a:lvl1pPr algn="l" marL="338328" indent="-338328">
              <a:lnSpc>
                <a:spcPct val="100000"/>
              </a:lnSpc>
              <a:spcAft>
                <a:spcPts val="400"/>
              </a:spcAft>
              <a:defRPr sz="1800" b="0">
                <a:solidFill>
                  <a:srgbClr val="262626"/>
                </a:solidFill>
              </a:defRPr>
            </a:lvl1pPr>
            <a:lvl2pPr marL="338328" indent="-338328">
              <a:lnSpc>
                <a:spcPct val="100000"/>
              </a:lnSpc>
              <a:spcAft>
                <a:spcPts val="400"/>
              </a:spcAft>
              <a:defRPr sz="1800" b="0">
                <a:solidFill>
                  <a:srgbClr val="262626"/>
                </a:solidFill>
              </a:defRPr>
            </a:lvl2pPr>
            <a:lvl3pPr marL="338328" indent="-338328">
              <a:lnSpc>
                <a:spcPct val="100000"/>
              </a:lnSpc>
              <a:spcAft>
                <a:spcPts val="400"/>
              </a:spcAft>
              <a:defRPr sz="1800" b="0">
                <a:solidFill>
                  <a:srgbClr val="262626"/>
                </a:solidFill>
              </a:defRPr>
            </a:lvl3pPr>
            <a:lvl4pPr marL="338328" indent="-338328">
              <a:lnSpc>
                <a:spcPct val="100000"/>
              </a:lnSpc>
              <a:spcAft>
                <a:spcPts val="400"/>
              </a:spcAft>
              <a:defRPr sz="1800" b="0">
                <a:solidFill>
                  <a:srgbClr val="262626"/>
                </a:solidFill>
              </a:defRPr>
            </a:lvl4pPr>
            <a:lvl5pPr marL="338328" indent="-338328">
              <a:lnSpc>
                <a:spcPct val="100000"/>
              </a:lnSpc>
              <a:spcAft>
                <a:spcPts val="400"/>
              </a:spcAft>
              <a:defRPr sz="1800" b="0">
                <a:solidFill>
                  <a:srgbClr val="262626"/>
                </a:solidFill>
              </a:defRPr>
            </a:lvl5pPr>
            <a:lvl6pPr marL="338328" indent="-338328">
              <a:lnSpc>
                <a:spcPct val="100000"/>
              </a:lnSpc>
              <a:spcAft>
                <a:spcPts val="400"/>
              </a:spcAft>
              <a:defRPr sz="1800" b="0">
                <a:solidFill>
                  <a:srgbClr val="262626"/>
                </a:solidFill>
              </a:defRPr>
            </a:lvl6pPr>
            <a:lvl7pPr marL="338328" indent="-338328">
              <a:lnSpc>
                <a:spcPct val="100000"/>
              </a:lnSpc>
              <a:spcAft>
                <a:spcPts val="400"/>
              </a:spcAft>
              <a:defRPr sz="1800" b="0">
                <a:solidFill>
                  <a:srgbClr val="262626"/>
                </a:solidFill>
              </a:defRPr>
            </a:lvl7pPr>
            <a:lvl8pPr marL="338328" indent="-338328">
              <a:lnSpc>
                <a:spcPct val="100000"/>
              </a:lnSpc>
              <a:spcAft>
                <a:spcPts val="400"/>
              </a:spcAft>
              <a:defRPr sz="1800" b="0">
                <a:solidFill>
                  <a:srgbClr val="262626"/>
                </a:solidFill>
              </a:defRPr>
            </a:lvl8pPr>
            <a:lvl9pPr marL="338328" indent="-338328">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a:solidFill>
            <a:srgbClr val="ADD8E6"/>
          </a:solidFill>
        </p:spPr>
        <p:txBody>
          <a:bodyPr anchor="ctr" bIns="45720" lIns="91440" rIns="91440" rtlCol="0" tIns="45720" vert="horz">
            <a:normAutofit/>
          </a:bodyPr>
          <a:lstStyle>
            <a:lvl1pPr algn="ctr">
              <a:defRPr b="0" sz="2800">
                <a:solidFill>
                  <a:srgbClr val="1F3864"/>
                </a:solidFill>
              </a:defRPr>
            </a:lvl1pPr>
            <a:lvl2pPr>
              <a:defRPr b="0" sz="2800">
                <a:solidFill>
                  <a:srgbClr val="1F3864"/>
                </a:solidFill>
              </a:defRPr>
            </a:lvl2pPr>
            <a:lvl3pPr>
              <a:defRPr b="0" sz="2800">
                <a:solidFill>
                  <a:srgbClr val="1F3864"/>
                </a:solidFill>
              </a:defRPr>
            </a:lvl3pPr>
            <a:lvl4pPr>
              <a:defRPr b="0" sz="2800">
                <a:solidFill>
                  <a:srgbClr val="1F3864"/>
                </a:solidFill>
              </a:defRPr>
            </a:lvl4pPr>
            <a:lvl5pPr>
              <a:defRPr b="0" sz="2800">
                <a:solidFill>
                  <a:srgbClr val="1F3864"/>
                </a:solidFill>
              </a:defRPr>
            </a:lvl5pPr>
            <a:lvl6pPr>
              <a:defRPr b="0" sz="2800">
                <a:solidFill>
                  <a:srgbClr val="1F3864"/>
                </a:solidFill>
              </a:defRPr>
            </a:lvl6pPr>
            <a:lvl7pPr>
              <a:defRPr b="0" sz="2800">
                <a:solidFill>
                  <a:srgbClr val="1F3864"/>
                </a:solidFill>
              </a:defRPr>
            </a:lvl7pPr>
            <a:lvl8pPr>
              <a:defRPr b="0" sz="2800">
                <a:solidFill>
                  <a:srgbClr val="1F3864"/>
                </a:solidFill>
              </a:defRPr>
            </a:lvl8pPr>
            <a:lvl9pPr>
              <a:defRPr b="0" sz="2800">
                <a:solidFill>
                  <a:srgbClr val="1F3864"/>
                </a:solidFill>
              </a:defRPr>
            </a:lvl9pPr>
          </a:lstStyle>
          <a:p>
            <a:r>
              <a:rPr lang="en-US"/>
              <a:t>Click to edit Master title style</a:t>
            </a:r>
          </a:p>
        </p:txBody>
      </p:sp>
      <p:sp>
        <p:nvSpPr>
          <p:cNvPr id="3" name="Text Placeholder 2"/>
          <p:cNvSpPr>
            <a:spLocks noGrp="1"/>
          </p:cNvSpPr>
          <p:nvPr>
            <p:ph idx="1" type="body"/>
          </p:nvPr>
        </p:nvSpPr>
        <p:spPr>
          <a:xfrm>
            <a:off x="457200" y="1600201"/>
            <a:ext cx="8229600" cy="4721224"/>
          </a:xfrm>
          <a:prstGeom prst="rect">
            <a:avLst/>
          </a:prstGeom>
        </p:spPr>
        <p:txBody>
          <a:bodyPr anchor="ctr" bIns="45720" lIns="91440" rIns="91440" rtlCol="0" tIns="45720" vert="horz">
            <a:normAutofit/>
          </a:bodyPr>
          <a:lstStyle>
            <a:lvl1pPr algn="l" indent="-338328" marL="338328">
              <a:lnSpc>
                <a:spcPct val="100000"/>
              </a:lnSpc>
              <a:spcAft>
                <a:spcPts val="400"/>
              </a:spcAft>
              <a:defRPr b="0" sz="1800">
                <a:solidFill>
                  <a:srgbClr val="262626"/>
                </a:solidFill>
              </a:defRPr>
            </a:lvl1pPr>
            <a:lvl2pPr indent="-338328" marL="338328">
              <a:lnSpc>
                <a:spcPct val="100000"/>
              </a:lnSpc>
              <a:spcAft>
                <a:spcPts val="400"/>
              </a:spcAft>
              <a:defRPr b="0" sz="1800">
                <a:solidFill>
                  <a:srgbClr val="262626"/>
                </a:solidFill>
              </a:defRPr>
            </a:lvl2pPr>
            <a:lvl3pPr indent="-338328" marL="338328">
              <a:lnSpc>
                <a:spcPct val="100000"/>
              </a:lnSpc>
              <a:spcAft>
                <a:spcPts val="400"/>
              </a:spcAft>
              <a:defRPr b="0" sz="1800">
                <a:solidFill>
                  <a:srgbClr val="262626"/>
                </a:solidFill>
              </a:defRPr>
            </a:lvl3pPr>
            <a:lvl4pPr indent="-338328" marL="338328">
              <a:lnSpc>
                <a:spcPct val="100000"/>
              </a:lnSpc>
              <a:spcAft>
                <a:spcPts val="400"/>
              </a:spcAft>
              <a:defRPr b="0" sz="1800">
                <a:solidFill>
                  <a:srgbClr val="262626"/>
                </a:solidFill>
              </a:defRPr>
            </a:lvl4pPr>
            <a:lvl5pPr indent="-338328" marL="338328">
              <a:lnSpc>
                <a:spcPct val="100000"/>
              </a:lnSpc>
              <a:spcAft>
                <a:spcPts val="400"/>
              </a:spcAft>
              <a:defRPr b="0" sz="1800">
                <a:solidFill>
                  <a:srgbClr val="262626"/>
                </a:solidFill>
              </a:defRPr>
            </a:lvl5pPr>
            <a:lvl6pPr indent="-338328" marL="338328">
              <a:lnSpc>
                <a:spcPct val="100000"/>
              </a:lnSpc>
              <a:spcAft>
                <a:spcPts val="400"/>
              </a:spcAft>
              <a:defRPr b="0" sz="1800">
                <a:solidFill>
                  <a:srgbClr val="262626"/>
                </a:solidFill>
              </a:defRPr>
            </a:lvl6pPr>
            <a:lvl7pPr indent="-338328" marL="338328">
              <a:lnSpc>
                <a:spcPct val="100000"/>
              </a:lnSpc>
              <a:spcAft>
                <a:spcPts val="400"/>
              </a:spcAft>
              <a:defRPr b="0" sz="1800">
                <a:solidFill>
                  <a:srgbClr val="262626"/>
                </a:solidFill>
              </a:defRPr>
            </a:lvl7pPr>
            <a:lvl8pPr indent="-338328" marL="338328">
              <a:lnSpc>
                <a:spcPct val="100000"/>
              </a:lnSpc>
              <a:spcAft>
                <a:spcPts val="400"/>
              </a:spcAft>
              <a:defRPr b="0" sz="1800">
                <a:solidFill>
                  <a:srgbClr val="262626"/>
                </a:solidFill>
              </a:defRPr>
            </a:lvl8pPr>
            <a:lvl9pPr indent="-338328" marL="338328">
              <a:lnSpc>
                <a:spcPct val="100000"/>
              </a:lnSpc>
              <a:spcAft>
                <a:spcPts val="400"/>
              </a:spcAft>
              <a:defRPr b="0" sz="180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6390005"/>
            <a:ext cx="2133600" cy="365125"/>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6390005"/>
            <a:ext cx="2895600" cy="365125"/>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6390005"/>
            <a:ext cx="2133600" cy="365125"/>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wrap="square" lIns="91440" rIns="91440" tIns="45720" bIns="45720">
            <a:normAutofit/>
          </a:bodyPr>
          <a:lstStyle/>
          <a:p>
            <a:pPr lvl="0" indent="-338328" marL="338328">
              <a:buNone/>
            </a:pPr>
            <a:r>
              <a:rPr/>
              <a:t>Weekly Report</a:t>
            </a:r>
          </a:p>
        </p:txBody>
      </p:sp>
      <p:sp>
        <p:nvSpPr>
          <p:cNvPr id="3" name="Subtitle 2"/>
          <p:cNvSpPr>
            <a:spLocks noGrp="1"/>
          </p:cNvSpPr>
          <p:nvPr>
            <p:ph idx="1" type="subTitle"/>
          </p:nvPr>
        </p:nvSpPr>
        <p:spPr>
          <a:xfrm>
            <a:off x="1371600" y="3886200"/>
            <a:ext cx="6400800" cy="2435225"/>
          </a:xfrm>
        </p:spPr>
        <p:txBody>
          <a:bodyPr wrap="square" lIns="91440" rIns="91440" tIns="45720" bIns="45720">
            <a:normAutofit/>
          </a:bodyPr>
          <a:lstStyle/>
          <a:p>
            <a:pPr lvl="0" indent="-338328" marL="338328">
              <a:buNone/>
            </a:pPr>
            <a:r>
              <a:rPr/>
              <a:t>2026/08/24</a:t>
            </a:r>
            <a:br/>
            <a:br/>
            <a:r>
              <a:rPr/>
              <a:t>Amir Fathi</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338328" marL="338328">
              <a:buNone/>
            </a:pPr>
            <a:r>
              <a:rPr/>
              <a:t>Highlights</a:t>
            </a:r>
          </a:p>
        </p:txBody>
      </p:sp>
      <p:sp>
        <p:nvSpPr>
          <p:cNvPr id="3" name="Content Placeholder 2"/>
          <p:cNvSpPr>
            <a:spLocks noGrp="1"/>
          </p:cNvSpPr>
          <p:nvPr>
            <p:ph idx="1"/>
          </p:nvPr>
        </p:nvSpPr>
        <p:spPr/>
        <p:txBody>
          <a:bodyPr wrap="square" lIns="91440" rIns="91440" tIns="45720" bIns="45720">
            <a:normAutofit/>
          </a:bodyPr>
          <a:lstStyle/>
          <a:p>
            <a:pPr lvl="0" marL="338328" indent="-338328"/>
            <a:r>
              <a:rPr/>
              <a:t>Highlights of this week:</a:t>
            </a:r>
          </a:p>
          <a:p>
            <a:pPr lvl="1" marL="676656" indent="-338328"/>
            <a:r>
              <a:rPr/>
              <a:t>Laser induced peptide fibrillation experiment with fs-laser</a:t>
            </a:r>
          </a:p>
          <a:p>
            <a:pPr lvl="1" marL="676656" indent="-338328"/>
            <a:r>
              <a:rPr/>
              <a:t>iSCAT-Confocal colocalization for 25% BMP with DOPE-Biotin and DOPE-Cy5. I have finished measurement for two samples. However, in my samples in the LSCM images I wasn’t able to find any domain formation. I could track GNPs in these two samples though, and I will analyze the data next week.</a:t>
            </a:r>
          </a:p>
          <a:p>
            <a:pPr lvl="2" marL="1014984" indent="-338328"/>
            <a:r>
              <a:rPr/>
              <a:t>testing the indentation</a:t>
            </a:r>
          </a:p>
          <a:p>
            <a:pPr lvl="1" marL="676656" indent="-338328"/>
            <a:r>
              <a:rPr/>
              <a:t>More single molecule emission investigation</a:t>
            </a:r>
          </a:p>
          <a:p>
            <a:pPr lvl="1" marL="676656" indent="-338328"/>
            <a:r>
              <a:rPr/>
              <a:t>Investigating the source of vibration in the iSCAT system</a:t>
            </a:r>
          </a:p>
          <a:p>
            <a:pPr lvl="1" marL="676656" indent="-338328"/>
            <a:r>
              <a:rPr/>
              <a:t>Better LSCM-iSCAT image calibration</a:t>
            </a:r>
          </a:p>
          <a:p>
            <a:pPr lvl="0" marL="338328" indent="-338328"/>
            <a:r>
              <a:rPr/>
              <a:t>Next:</a:t>
            </a:r>
          </a:p>
          <a:p>
            <a:pPr lvl="1" marL="676656" indent="-338328"/>
            <a:r>
              <a:rPr/>
              <a:t>Do SPT with iSCAT for BMP 50% + TAT with higher concentration</a:t>
            </a:r>
          </a:p>
          <a:p>
            <a:pPr lvl="1" marL="676656" indent="-338328"/>
            <a:r>
              <a:rPr/>
              <a:t>Analyze the iSCAT data</a:t>
            </a:r>
          </a:p>
          <a:p>
            <a:pPr lvl="1" marL="676656" indent="-338328"/>
            <a:r>
              <a:rPr/>
              <a:t>Test the idea with fringe suppression with z axes modulation</a:t>
            </a:r>
          </a:p>
          <a:p>
            <a:pPr lvl="1" marL="676656" indent="-338328"/>
            <a:r>
              <a:rPr/>
              <a:t>As </a:t>
            </a:r>
            <a:r>
              <a:rPr i="1"/>
              <a:t>in</a:t>
            </a:r>
            <a:r>
              <a:rPr/>
              <a:t> domains show more confinement, find a way to quantify the confinement using gyration tensor, ergodicity analysis, transient confinement analysis, and other metrics</a:t>
            </a:r>
          </a:p>
          <a:p>
            <a:pPr lvl="1" marL="676656" indent="-338328"/>
            <a:r>
              <a:rPr/>
              <a:t>Do more experiments for phase separation</a:t>
            </a:r>
          </a:p>
          <a:p>
            <a:pPr lvl="1" marL="676656" indent="-338328"/>
            <a:r>
              <a:rPr/>
              <a:t>Find a way to calibrate confocal image with the iSCAT image</a:t>
            </a:r>
          </a:p>
          <a:p>
            <a:pPr lvl="1" marL="676656" indent="-338328"/>
            <a:r>
              <a:rPr/>
              <a:t>More simulation for the random phase mask to find the optimal parameters for the diffuser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338328" marL="338328">
              <a:buNone/>
            </a:pPr>
            <a:r>
              <a:rPr/>
              <a:t>Laser Induced Peptide Fibrillation Experiment</a:t>
            </a:r>
          </a:p>
        </p:txBody>
      </p:sp>
      <p:sp>
        <p:nvSpPr>
          <p:cNvPr id="3" name="Content Placeholder 2"/>
          <p:cNvSpPr>
            <a:spLocks noGrp="1"/>
          </p:cNvSpPr>
          <p:nvPr>
            <p:ph idx="1"/>
          </p:nvPr>
        </p:nvSpPr>
        <p:spPr/>
        <p:txBody>
          <a:bodyPr wrap="square" lIns="91440" rIns="91440" tIns="45720" bIns="45720">
            <a:normAutofit/>
          </a:bodyPr>
          <a:lstStyle/>
          <a:p>
            <a:pPr lvl="0" indent="-338328" marL="338328">
              <a:buNone/>
            </a:pPr>
            <a:r>
              <a:rPr/>
              <a:t>I used fs-laser at its maximum power to induce peptide fibrillation. I tried to scan a small ROI or even a single point for maximum of 4 minutes. We tried to at the substrate and buffer interface, in the bulk buffer and at the buffer-air interface. We didn’t observe new TAT nucleation or fibrillation in all three cases. Furthermore, we have also tried two different TAT concentration (low and high). I am doing some literature search to see if I can find some criteria for the experimental parameters, such laser power, exposure time, TAT concentration and focusing position to induce initiate nucleation, droplets or fibrillation.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338328" marL="338328">
              <a:buNone/>
            </a:pPr>
            <a:r>
              <a:rPr/>
              <a:t>iSCAT Noise Source</a:t>
            </a:r>
          </a:p>
        </p:txBody>
      </p:sp>
      <p:sp>
        <p:nvSpPr>
          <p:cNvPr id="4" name="Text Placeholder 3"/>
          <p:cNvSpPr>
            <a:spLocks noGrp="1"/>
          </p:cNvSpPr>
          <p:nvPr>
            <p:ph idx="2" sz="half" type="body"/>
          </p:nvPr>
        </p:nvSpPr>
        <p:spPr/>
        <p:txBody>
          <a:bodyPr wrap="square" lIns="91440" rIns="91440" tIns="45720" bIns="45720">
            <a:normAutofit/>
          </a:bodyPr>
          <a:lstStyle/>
          <a:p>
            <a:pPr lvl="0" indent="-338328" marL="338328">
              <a:buNone/>
            </a:pPr>
            <a:r>
              <a:rPr/>
              <a:t>I have recorded the vibration with the iSCAT system (PhotonFocus camera) to compare with the recording with my phone of beam visible vibrations. There is a clear 20 Hz frequency in the image. I did try to find the source but so far I was not able to find where the 20 Hz frequency is coming from. I have some new ideas that I will try next week to find the source of the vibration.</a:t>
            </a:r>
          </a:p>
        </p:txBody>
      </p:sp>
      <p:pic>
        <p:nvPicPr>
          <p:cNvPr descr="F:\Amir\OneDrive_Research\Research\Ian%20Liau\Weekly%20Reports\2026\2026.08.24%20(Amir%20Fathi%20-%20Single%20Emitter,%20iSAT%20Noise,%20GNPs%20on%20BMP%20SLB)\iscat-vibration.png" id="0" name="Picture 1"/>
          <p:cNvPicPr>
            <a:picLocks noGrp="1" noChangeAspect="1"/>
          </p:cNvPicPr>
          <p:nvPr/>
        </p:nvPicPr>
        <p:blipFill>
          <a:blip r:embed="rId2"/>
          <a:stretch>
            <a:fillRect/>
          </a:stretch>
        </p:blipFill>
        <p:spPr bwMode="auto">
          <a:xfrm>
            <a:off x="457200" y="3111500"/>
            <a:ext cx="8229600" cy="3060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338328" marL="338328">
              <a:buNone/>
            </a:pPr>
            <a:r>
              <a:rPr/>
              <a:t>LSCM-iSCAT Image Calibration</a:t>
            </a:r>
          </a:p>
        </p:txBody>
      </p:sp>
      <p:sp>
        <p:nvSpPr>
          <p:cNvPr id="4" name="Text Placeholder 3"/>
          <p:cNvSpPr>
            <a:spLocks noGrp="1"/>
          </p:cNvSpPr>
          <p:nvPr>
            <p:ph idx="2" sz="half" type="body"/>
          </p:nvPr>
        </p:nvSpPr>
        <p:spPr/>
        <p:txBody>
          <a:bodyPr wrap="square" lIns="91440" rIns="91440" tIns="45720" bIns="45720">
            <a:normAutofit/>
          </a:bodyPr>
          <a:lstStyle/>
          <a:p>
            <a:pPr lvl="0" indent="-338328" marL="338328">
              <a:buNone/>
            </a:pPr>
            <a:r>
              <a:rPr/>
              <a:t>I cleaned a substrate and scratch it with a diamond tip. I dropped dilute solution of Cy5 where the dye molecules will stick to the scratches. Furthermore, I then imaged the sample with confocal and iSCAT. I then used the scratches as fiducial markers to calibrate the confocal image with the iSCAT image. I can see the emission from the Cy5 molecules in the LSCM image and the scattering from the scratches in the iSCAT image. The images are higher correlated and with slight adjustment on steering mirror to the iSCAT camera, I can find the position that matched the one in LSCM image.</a:t>
            </a:r>
          </a:p>
        </p:txBody>
      </p:sp>
      <p:pic>
        <p:nvPicPr>
          <p:cNvPr descr="F:\Amir\OneDrive_Research\Research\Ian%20Liau\Weekly%20Reports\2026\2026.08.24%20(Amir%20Fathi%20-%20Single%20Emitter,%20iSAT%20Noise,%20GNPs%20on%20BMP%20SLB)\lscm-iscat-calib.png" id="0" name="Picture 1"/>
          <p:cNvPicPr>
            <a:picLocks noGrp="1" noChangeAspect="1"/>
          </p:cNvPicPr>
          <p:nvPr/>
        </p:nvPicPr>
        <p:blipFill>
          <a:blip r:embed="rId2"/>
          <a:stretch>
            <a:fillRect/>
          </a:stretch>
        </p:blipFill>
        <p:spPr bwMode="auto">
          <a:xfrm>
            <a:off x="1193800" y="2984500"/>
            <a:ext cx="6743700" cy="3327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338328" marL="338328">
              <a:buNone/>
            </a:pPr>
            <a:r>
              <a:rPr/>
              <a:t>Single / Aggregate Emitter Multistep Photobleaching Analysis</a:t>
            </a:r>
          </a:p>
        </p:txBody>
      </p:sp>
      <p:pic>
        <p:nvPicPr>
          <p:cNvPr descr="F:\Amir\OneDrive_Research\Research\Ian%20Liau\Weekly%20Reports\2026\2026.08.24%20(Amir%20Fathi%20-%20Single%20Emitter,%20iSAT%20Noise,%20GNPs%20on%20BMP%20SLB)\multistep-analysis.png" id="0" name="Picture 1"/>
          <p:cNvPicPr>
            <a:picLocks noGrp="1" noChangeAspect="1"/>
          </p:cNvPicPr>
          <p:nvPr/>
        </p:nvPicPr>
        <p:blipFill>
          <a:blip r:embed="rId2"/>
          <a:stretch>
            <a:fillRect/>
          </a:stretch>
        </p:blipFill>
        <p:spPr bwMode="auto">
          <a:xfrm>
            <a:off x="457200" y="2768600"/>
            <a:ext cx="4038600" cy="2184400"/>
          </a:xfrm>
          <a:prstGeom prst="rect">
            <a:avLst/>
          </a:prstGeom>
          <a:noFill/>
          <a:ln w="9525">
            <a:noFill/>
            <a:headEnd/>
            <a:tailEnd/>
          </a:ln>
        </p:spPr>
      </p:pic>
      <p:sp>
        <p:nvSpPr>
          <p:cNvPr id="4" name="Content Placeholder 3"/>
          <p:cNvSpPr>
            <a:spLocks noGrp="1"/>
          </p:cNvSpPr>
          <p:nvPr>
            <p:ph idx="2" sz="half"/>
          </p:nvPr>
        </p:nvSpPr>
        <p:spPr/>
        <p:txBody>
          <a:bodyPr wrap="square" lIns="91440" rIns="91440" tIns="45720" bIns="45720">
            <a:normAutofit/>
          </a:bodyPr>
          <a:lstStyle/>
          <a:p>
            <a:pPr lvl="0" indent="-338328" marL="338328">
              <a:buNone/>
            </a:pPr>
            <a:r>
              <a:rPr/>
              <a:t>I have analyzed another two samples to check for the multistep photobleaching. There are some tracks that show multistep photobleaching but typically compare to the number of tracks there are only less than 4% of the tracks that show multistep photobleaching. This indicates that the majority of the tracks are from single emitters. Left: 25% BMP with TAT-R - 2026-07-08 Right: 50% BMP with TAT 2026-06-10.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338328" marL="338328">
              <a:buNone/>
            </a:pPr>
            <a:r>
              <a:rPr/>
              <a:t>Single Molecule Emitter Validation</a:t>
            </a:r>
          </a:p>
        </p:txBody>
      </p:sp>
      <p:pic>
        <p:nvPicPr>
          <p:cNvPr descr="F:\Amir\OneDrive_Research\Research\Ian%20Liau\Weekly%20Reports\2026\2026.08.24%20(Amir%20Fathi%20-%20Single%20Emitter,%20iSAT%20Noise,%20GNPs%20on%20BMP%20SLB)\step-histogram.png" id="0" name="Picture 1"/>
          <p:cNvPicPr>
            <a:picLocks noGrp="1" noChangeAspect="1"/>
          </p:cNvPicPr>
          <p:nvPr/>
        </p:nvPicPr>
        <p:blipFill>
          <a:blip r:embed="rId2"/>
          <a:stretch>
            <a:fillRect/>
          </a:stretch>
        </p:blipFill>
        <p:spPr bwMode="auto">
          <a:xfrm>
            <a:off x="876300" y="1600200"/>
            <a:ext cx="3187700" cy="4521200"/>
          </a:xfrm>
          <a:prstGeom prst="rect">
            <a:avLst/>
          </a:prstGeom>
          <a:noFill/>
          <a:ln w="9525">
            <a:noFill/>
            <a:headEnd/>
            <a:tailEnd/>
          </a:ln>
        </p:spPr>
      </p:pic>
      <p:sp>
        <p:nvSpPr>
          <p:cNvPr id="4" name="Content Placeholder 3"/>
          <p:cNvSpPr>
            <a:spLocks noGrp="1"/>
          </p:cNvSpPr>
          <p:nvPr>
            <p:ph idx="2" sz="half"/>
          </p:nvPr>
        </p:nvSpPr>
        <p:spPr/>
        <p:txBody>
          <a:bodyPr wrap="square" lIns="91440" rIns="91440" tIns="45720" bIns="45720">
            <a:normAutofit/>
          </a:bodyPr>
          <a:lstStyle/>
          <a:p>
            <a:pPr lvl="0" indent="-338328" marL="338328">
              <a:buNone/>
            </a:pPr>
            <a:r>
              <a:rPr/>
              <a:t>The histogram of the photobleaching step distribution for the same two samples.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338328" marL="338328">
              <a:buNone/>
            </a:pPr>
            <a:r>
              <a:rPr/>
              <a:t>Meeting Summary</a:t>
            </a:r>
          </a:p>
        </p:txBody>
      </p:sp>
      <p:sp>
        <p:nvSpPr>
          <p:cNvPr id="3" name="Content Placeholder 2"/>
          <p:cNvSpPr>
            <a:spLocks noGrp="1"/>
          </p:cNvSpPr>
          <p:nvPr>
            <p:ph idx="1"/>
          </p:nvPr>
        </p:nvSpPr>
        <p:spPr/>
        <p:txBody>
          <a:bodyPr wrap="square" lIns="91440" rIns="91440" tIns="45720" bIns="45720">
            <a:normAutofit/>
          </a:bodyPr>
          <a:lstStyle/>
          <a:p>
            <a:pPr lvl="0" indent="-338328" marL="338328">
              <a:spcBef>
                <a:spcPts val="3000"/>
              </a:spcBef>
              <a:buNone/>
            </a:pPr>
            <a:r>
              <a:rPr b="1"/>
              <a:t>Paul</a:t>
            </a:r>
          </a:p>
          <a:p>
            <a:pPr lvl="0" marL="338328" indent="-338328"/>
            <a:r>
              <a:rPr/>
              <a:t>The time dependent for SLB with 25% BMP for 0.5, 1, 2, and 4 hours after TAT addition was repeated.</a:t>
            </a:r>
          </a:p>
          <a:p>
            <a:pPr lvl="0" marL="338328" indent="-338328"/>
            <a:r>
              <a:rPr/>
              <a:t>TAT variant with 7+ positive charges was also tested and will be analyzed and reported next week.</a:t>
            </a:r>
          </a:p>
          <a:p>
            <a:pPr lvl="0" indent="-338328" marL="338328">
              <a:spcBef>
                <a:spcPts val="3000"/>
              </a:spcBef>
              <a:buNone/>
            </a:pPr>
            <a:r>
              <a:rPr b="1"/>
              <a:t>Tony</a:t>
            </a:r>
          </a:p>
          <a:p>
            <a:pPr lvl="0" marL="338328" indent="-338328"/>
            <a:r>
              <a:rPr/>
              <a:t>…</a:t>
            </a:r>
          </a:p>
          <a:p>
            <a:pPr lvl="0" indent="-338328" marL="338328">
              <a:spcBef>
                <a:spcPts val="3000"/>
              </a:spcBef>
              <a:buNone/>
            </a:pPr>
            <a:r>
              <a:rPr b="1"/>
              <a:t>Peggy</a:t>
            </a:r>
          </a:p>
          <a:p>
            <a:pPr lvl="0" marL="338328" indent="-338328"/>
            <a:r>
              <a:rPr/>
              <a:t>Consistent staining (close to 100%) for the LNPs was confirmed.</a:t>
            </a:r>
          </a:p>
          <a:p>
            <a:pPr lvl="0" marL="338328" indent="-338328"/>
            <a:r>
              <a:rPr/>
              <a:t>Size exclusion experiment was also repeated with consistent results for G1 and G5.</a:t>
            </a:r>
          </a:p>
          <a:p>
            <a:pPr lvl="0" indent="-338328" marL="338328">
              <a:spcBef>
                <a:spcPts val="3000"/>
              </a:spcBef>
              <a:buNone/>
            </a:pPr>
            <a:r>
              <a:rPr b="1"/>
              <a:t>Andrew</a:t>
            </a:r>
          </a:p>
          <a:p>
            <a:pPr lvl="0" marL="338328" indent="-338328"/>
            <a:r>
              <a:rPr/>
              <a:t>There are some inconsistencies in the temperature dependent data. In one area when rising the temperature from room temperature to 50°C the domain disappears and doesn’t reappear when cooling down to room temperature. In another area, the domain (observed at RT) disappears at 50°C but another domain appears. And when cooling down to RT the domain at 50°C disappears and another new domain appears.</a:t>
            </a:r>
          </a:p>
          <a:p>
            <a:pPr lvl="0" marL="338328" indent="-338328"/>
            <a:r>
              <a:rPr/>
              <a:t>Tracking this data set has only few successful tracks. New dataset is being measured and will be analyzed.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ndara"/>
        <a:ea typeface="Candara"/>
        <a:cs typeface="Candara"/>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ndara"/>
        <a:ea typeface="Candara"/>
        <a:cs typeface="Candara"/>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dc:title>
  <dc:creator>Amir Fathi</dc:creator>
  <cp:keywords/>
  <dcterms:created xsi:type="dcterms:W3CDTF">2026-08-24T06:25:34Z</dcterms:created>
  <dcterms:modified xsi:type="dcterms:W3CDTF">2026-08-24T06:25:34Z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math-config">
    <vt:lpwstr/>
  </property>
  <property fmtid="{D5CDD505-2E9C-101B-9397-08002B2CF9AE}" pid="10" name="subtitle">
    <vt:lpwstr>2026/08/24</vt:lpwstr>
  </property>
  <property fmtid="{D5CDD505-2E9C-101B-9397-08002B2CF9AE}" pid="11" name="toc-title">
    <vt:lpwstr>Table of contents</vt:lpwstr>
  </property>
</Properties>
</file>