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8B1A6E-4C7E-4A9A-9E3B-1234567890AB}">
  <a:tblStyle styleId="{8F8B1A6E-4C7E-4A9A-9E3B-1234567890AB}" styleName="Simple Grid">
    <a:wholeTbl>
      <a:tcTxStyle>
        <a:fontRef idx="minor">
          <a:schemeClr val="tx1"/>
        </a:fontRef>
        <a:schemeClr val="tx1"/>
      </a:tcTxStyle>
      <a:tcStyle>
        <a:tcBdr>
          <a:left>
            <a:ln w="6350">
              <a:solidFill>
                <a:schemeClr val="tx1"/>
              </a:solidFill>
            </a:ln>
          </a:left>
          <a:right>
            <a:ln w="6350">
              <a:solidFill>
                <a:schemeClr val="tx1"/>
              </a:solidFill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 w="6350">
              <a:solidFill>
                <a:schemeClr val="tx1"/>
              </a:solidFill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435225"/>
          </a:xfrm>
        </p:spPr>
        <p:txBody>
          <a:bodyPr anchor="ctr" lIns="91440" rIns="91440" tIns="45720" bIns="45720"/>
          <a:lstStyle>
            <a:lvl1pPr marL="0" indent="0" algn="ctr">
              <a:buNone/>
              <a:defRPr sz="2000" b="0">
                <a:solidFill>
                  <a:srgbClr val="262626"/>
                </a:solidFill>
              </a:defRPr>
            </a:lvl1pPr>
            <a:lvl2pPr marL="342900" indent="0" algn="ctr">
              <a:buNone/>
              <a:defRPr sz="2000" b="0">
                <a:solidFill>
                  <a:srgbClr val="262626"/>
                </a:solidFill>
              </a:defRPr>
            </a:lvl2pPr>
            <a:lvl3pPr marL="685800" indent="0" algn="ctr">
              <a:buNone/>
              <a:defRPr sz="2000" b="0">
                <a:solidFill>
                  <a:srgbClr val="262626"/>
                </a:solidFill>
              </a:defRPr>
            </a:lvl3pPr>
            <a:lvl4pPr marL="1028700" indent="0" algn="ctr">
              <a:buNone/>
              <a:defRPr sz="2000" b="0">
                <a:solidFill>
                  <a:srgbClr val="262626"/>
                </a:solidFill>
              </a:defRPr>
            </a:lvl4pPr>
            <a:lvl5pPr marL="1371600" indent="0" algn="ctr">
              <a:buNone/>
              <a:defRPr sz="2000" b="0">
                <a:solidFill>
                  <a:srgbClr val="262626"/>
                </a:solidFill>
              </a:defRPr>
            </a:lvl5pPr>
            <a:lvl6pPr marL="1714500" indent="0" algn="ctr">
              <a:buNone/>
              <a:defRPr sz="2000" b="0">
                <a:solidFill>
                  <a:srgbClr val="262626"/>
                </a:solidFill>
              </a:defRPr>
            </a:lvl6pPr>
            <a:lvl7pPr marL="2057400" indent="0" algn="ctr">
              <a:buNone/>
              <a:defRPr sz="2000" b="0">
                <a:solidFill>
                  <a:srgbClr val="262626"/>
                </a:solidFill>
              </a:defRPr>
            </a:lvl7pPr>
            <a:lvl8pPr marL="2400300" indent="0" algn="ctr">
              <a:buNone/>
              <a:defRPr sz="2000" b="0">
                <a:solidFill>
                  <a:srgbClr val="262626"/>
                </a:solidFill>
              </a:defRPr>
            </a:lvl8pPr>
            <a:lvl9pPr marL="2743200" indent="0" algn="ctr">
              <a:buNone/>
              <a:defRPr sz="2000" b="0">
                <a:solidFill>
                  <a:srgbClr val="262626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 cap="all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3414712"/>
          </a:xfrm>
        </p:spPr>
        <p:txBody>
          <a:bodyPr anchor="ctr" lIns="91440" rIns="91440" tIns="45720" bIns="45720"/>
          <a:lstStyle>
            <a:lvl1pPr marL="0" indent="0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429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6858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10287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13716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17145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20574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24003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27432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4786312"/>
          </a:xfrm>
        </p:spPr>
        <p:txBody>
          <a:bodyPr anchor="ctr" lIns="91440" rIns="91440" tIns="45720" bIns="45720"/>
          <a:lstStyle>
            <a:lvl1pPr marL="0" indent="0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429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6858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10287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13716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17145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20574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24003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27432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4786312"/>
          </a:xfrm>
        </p:spPr>
        <p:txBody>
          <a:bodyPr anchor="ctr" lIns="91440" rIns="91440" tIns="45720" bIns="45720"/>
          <a:lstStyle>
            <a:lvl1pPr marL="0" indent="0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429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6858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10287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13716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17145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20574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24003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27432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90723"/>
            <a:ext cx="8229600" cy="3330702"/>
          </a:xfrm>
        </p:spPr>
        <p:txBody>
          <a:bodyPr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1"/>
            <a:ext cx="8229600" cy="1321942"/>
          </a:xfrm>
        </p:spPr>
        <p:txBody>
          <a:bodyPr anchor="ctr" lIns="91440" rIns="91440" tIns="45720" bIns="45720"/>
          <a:lstStyle>
            <a:lvl1pPr marL="0" indent="0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429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6858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10287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13716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17145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20574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24003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27432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ctr" lIns="91440" rIns="91440" tIns="45720" bIns="4572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7"/>
            <a:ext cx="5486400" cy="954088"/>
          </a:xfrm>
        </p:spPr>
        <p:txBody>
          <a:bodyPr anchor="ctr" lIns="91440" rIns="91440" tIns="45720" bIns="45720"/>
          <a:lstStyle>
            <a:lvl1pPr marL="0" indent="0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429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6858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10287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13716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17145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20574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24003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2743200" indent="0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solidFill>
            <a:srgbClr val="ADD8E6"/>
          </a:solidFill>
        </p:spPr>
        <p:txBody>
          <a:bodyPr vert="eaVert"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6046786"/>
          </a:xfrm>
        </p:spPr>
        <p:txBody>
          <a:bodyPr vert="eaVert" anchor="ctr" lIns="91440" rIns="91440" tIns="45720" bIns="45720"/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solidFill>
            <a:srgbClr val="ADD8E6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721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9000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9000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9000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ndara"/>
        <a:ea typeface="Candara"/>
        <a:cs typeface="Candara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Candara"/>
        <a:cs typeface="Candara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